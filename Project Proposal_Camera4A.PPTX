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588" r:id="rId2"/>
  </p:sldIdLst>
  <p:sldSz cx="9906000" cy="6858000" type="A4"/>
  <p:notesSz cx="6805613" cy="9939338"/>
  <p:custDataLst>
    <p:tags r:id="rId5"/>
  </p:custDataLst>
  <p:defaultTextStyle>
    <a:defPPr>
      <a:defRPr lang="ko-KR"/>
    </a:defPPr>
    <a:lvl1pPr algn="l" rtl="0" fontAlgn="base" latinLnBrk="1">
      <a:spcBef>
        <a:spcPct val="0"/>
      </a:spcBef>
      <a:spcAft>
        <a:spcPct val="0"/>
      </a:spcAft>
      <a:defRPr kumimoji="1" sz="2000" b="1" kern="1200">
        <a:solidFill>
          <a:schemeClr val="tx1"/>
        </a:solidFill>
        <a:latin typeface="Arial" charset="0"/>
        <a:ea typeface="Dotum" pitchFamily="50" charset="-127"/>
        <a:cs typeface="+mn-cs"/>
      </a:defRPr>
    </a:lvl1pPr>
    <a:lvl2pPr marL="457200" algn="l" rtl="0" fontAlgn="base" latinLnBrk="1">
      <a:spcBef>
        <a:spcPct val="0"/>
      </a:spcBef>
      <a:spcAft>
        <a:spcPct val="0"/>
      </a:spcAft>
      <a:defRPr kumimoji="1" sz="2000" b="1" kern="1200">
        <a:solidFill>
          <a:schemeClr val="tx1"/>
        </a:solidFill>
        <a:latin typeface="Arial" charset="0"/>
        <a:ea typeface="Dotum" pitchFamily="50" charset="-127"/>
        <a:cs typeface="+mn-cs"/>
      </a:defRPr>
    </a:lvl2pPr>
    <a:lvl3pPr marL="914400" algn="l" rtl="0" fontAlgn="base" latinLnBrk="1">
      <a:spcBef>
        <a:spcPct val="0"/>
      </a:spcBef>
      <a:spcAft>
        <a:spcPct val="0"/>
      </a:spcAft>
      <a:defRPr kumimoji="1" sz="2000" b="1" kern="1200">
        <a:solidFill>
          <a:schemeClr val="tx1"/>
        </a:solidFill>
        <a:latin typeface="Arial" charset="0"/>
        <a:ea typeface="Dotum" pitchFamily="50" charset="-127"/>
        <a:cs typeface="+mn-cs"/>
      </a:defRPr>
    </a:lvl3pPr>
    <a:lvl4pPr marL="1371600" algn="l" rtl="0" fontAlgn="base" latinLnBrk="1">
      <a:spcBef>
        <a:spcPct val="0"/>
      </a:spcBef>
      <a:spcAft>
        <a:spcPct val="0"/>
      </a:spcAft>
      <a:defRPr kumimoji="1" sz="2000" b="1" kern="1200">
        <a:solidFill>
          <a:schemeClr val="tx1"/>
        </a:solidFill>
        <a:latin typeface="Arial" charset="0"/>
        <a:ea typeface="Dotum" pitchFamily="50" charset="-127"/>
        <a:cs typeface="+mn-cs"/>
      </a:defRPr>
    </a:lvl4pPr>
    <a:lvl5pPr marL="1828800" algn="l" rtl="0" fontAlgn="base" latinLnBrk="1">
      <a:spcBef>
        <a:spcPct val="0"/>
      </a:spcBef>
      <a:spcAft>
        <a:spcPct val="0"/>
      </a:spcAft>
      <a:defRPr kumimoji="1" sz="2000" b="1" kern="1200">
        <a:solidFill>
          <a:schemeClr val="tx1"/>
        </a:solidFill>
        <a:latin typeface="Arial" charset="0"/>
        <a:ea typeface="Dotum" pitchFamily="50" charset="-127"/>
        <a:cs typeface="+mn-cs"/>
      </a:defRPr>
    </a:lvl5pPr>
    <a:lvl6pPr marL="2286000" algn="l" defTabSz="914400" rtl="0" eaLnBrk="1" latinLnBrk="0" hangingPunct="1">
      <a:defRPr kumimoji="1" sz="2000" b="1" kern="1200">
        <a:solidFill>
          <a:schemeClr val="tx1"/>
        </a:solidFill>
        <a:latin typeface="Arial" charset="0"/>
        <a:ea typeface="Dotum" pitchFamily="50" charset="-127"/>
        <a:cs typeface="+mn-cs"/>
      </a:defRPr>
    </a:lvl6pPr>
    <a:lvl7pPr marL="2743200" algn="l" defTabSz="914400" rtl="0" eaLnBrk="1" latinLnBrk="0" hangingPunct="1">
      <a:defRPr kumimoji="1" sz="2000" b="1" kern="1200">
        <a:solidFill>
          <a:schemeClr val="tx1"/>
        </a:solidFill>
        <a:latin typeface="Arial" charset="0"/>
        <a:ea typeface="Dotum" pitchFamily="50" charset="-127"/>
        <a:cs typeface="+mn-cs"/>
      </a:defRPr>
    </a:lvl7pPr>
    <a:lvl8pPr marL="3200400" algn="l" defTabSz="914400" rtl="0" eaLnBrk="1" latinLnBrk="0" hangingPunct="1">
      <a:defRPr kumimoji="1" sz="2000" b="1" kern="1200">
        <a:solidFill>
          <a:schemeClr val="tx1"/>
        </a:solidFill>
        <a:latin typeface="Arial" charset="0"/>
        <a:ea typeface="Dotum" pitchFamily="50" charset="-127"/>
        <a:cs typeface="+mn-cs"/>
      </a:defRPr>
    </a:lvl8pPr>
    <a:lvl9pPr marL="3657600" algn="l" defTabSz="914400" rtl="0" eaLnBrk="1" latinLnBrk="0" hangingPunct="1">
      <a:defRPr kumimoji="1" sz="2000" b="1" kern="1200">
        <a:solidFill>
          <a:schemeClr val="tx1"/>
        </a:solidFill>
        <a:latin typeface="Arial" charset="0"/>
        <a:ea typeface="Dotum" pitchFamily="50" charset="-127"/>
        <a:cs typeface="+mn-cs"/>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FF00"/>
    <a:srgbClr val="BBE0E3"/>
    <a:srgbClr val="E6E6E6"/>
    <a:srgbClr val="CC0066"/>
    <a:srgbClr val="DDDDDD"/>
    <a:srgbClr val="FFCC99"/>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064" autoAdjust="0"/>
    <p:restoredTop sz="99811" autoAdjust="0"/>
  </p:normalViewPr>
  <p:slideViewPr>
    <p:cSldViewPr>
      <p:cViewPr varScale="1">
        <p:scale>
          <a:sx n="88" d="100"/>
          <a:sy n="88" d="100"/>
        </p:scale>
        <p:origin x="1140" y="96"/>
      </p:cViewPr>
      <p:guideLst>
        <p:guide orient="horz"/>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5" d="100"/>
        <a:sy n="125" d="100"/>
      </p:scale>
      <p:origin x="0" y="0"/>
    </p:cViewPr>
  </p:sorterViewPr>
  <p:notesViewPr>
    <p:cSldViewPr>
      <p:cViewPr varScale="1">
        <p:scale>
          <a:sx n="52" d="100"/>
          <a:sy n="52" d="100"/>
        </p:scale>
        <p:origin x="2952" y="90"/>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날짜 개체 틀 2"/>
          <p:cNvSpPr>
            <a:spLocks noGrp="1"/>
          </p:cNvSpPr>
          <p:nvPr>
            <p:ph type="dt" sz="quarter" idx="1"/>
          </p:nvPr>
        </p:nvSpPr>
        <p:spPr>
          <a:xfrm>
            <a:off x="3854450" y="0"/>
            <a:ext cx="2949575" cy="496888"/>
          </a:xfrm>
          <a:prstGeom prst="rect">
            <a:avLst/>
          </a:prstGeom>
        </p:spPr>
        <p:txBody>
          <a:bodyPr vert="horz" wrap="square" lIns="91440" tIns="45720" rIns="91440" bIns="45720" numCol="1" anchor="t" anchorCtr="0" compatLnSpc="1">
            <a:prstTxWarp prst="textNoShape">
              <a:avLst/>
            </a:prstTxWarp>
          </a:bodyPr>
          <a:lstStyle>
            <a:lvl1pPr algn="r">
              <a:defRPr sz="1200" b="0">
                <a:latin typeface="굴림" pitchFamily="50" charset="-127"/>
                <a:ea typeface="굴림" pitchFamily="50" charset="-127"/>
              </a:defRPr>
            </a:lvl1pPr>
          </a:lstStyle>
          <a:p>
            <a:fld id="{C8F2F13E-7237-45D0-86CF-D1AD303DE28A}" type="datetimeFigureOut">
              <a:rPr lang="ko-KR" altLang="en-US"/>
              <a:pPr/>
              <a:t>2017-10-10</a:t>
            </a:fld>
            <a:endParaRPr lang="ko-KR" altLang="en-US"/>
          </a:p>
        </p:txBody>
      </p:sp>
      <p:sp>
        <p:nvSpPr>
          <p:cNvPr id="4" name="바닥글 개체 틀 3"/>
          <p:cNvSpPr>
            <a:spLocks noGrp="1"/>
          </p:cNvSpPr>
          <p:nvPr>
            <p:ph type="ftr" sz="quarter" idx="2"/>
          </p:nvPr>
        </p:nvSpPr>
        <p:spPr>
          <a:xfrm>
            <a:off x="0" y="9440863"/>
            <a:ext cx="2949575" cy="496887"/>
          </a:xfrm>
          <a:prstGeom prst="rect">
            <a:avLst/>
          </a:prstGeom>
        </p:spPr>
        <p:txBody>
          <a:bodyPr vert="horz" wrap="square" lIns="91440" tIns="45720" rIns="91440" bIns="45720" numCol="1" anchor="b" anchorCtr="0" compatLnSpc="1">
            <a:prstTxWarp prst="textNoShape">
              <a:avLst/>
            </a:prstTxWarp>
          </a:bodyPr>
          <a:lstStyle>
            <a:lvl1pPr>
              <a:defRPr sz="1200" b="0">
                <a:latin typeface="굴림" pitchFamily="50" charset="-127"/>
                <a:ea typeface="굴림" pitchFamily="50" charset="-127"/>
              </a:defRPr>
            </a:lvl1pPr>
          </a:lstStyle>
          <a:p>
            <a:endParaRPr lang="ko-KR" altLang="en-US"/>
          </a:p>
        </p:txBody>
      </p:sp>
      <p:sp>
        <p:nvSpPr>
          <p:cNvPr id="5" name="슬라이드 번호 개체 틀 4"/>
          <p:cNvSpPr>
            <a:spLocks noGrp="1"/>
          </p:cNvSpPr>
          <p:nvPr>
            <p:ph type="sldNum" sz="quarter" idx="3"/>
          </p:nvPr>
        </p:nvSpPr>
        <p:spPr>
          <a:xfrm>
            <a:off x="3854450" y="9440863"/>
            <a:ext cx="2949575" cy="496887"/>
          </a:xfrm>
          <a:prstGeom prst="rect">
            <a:avLst/>
          </a:prstGeom>
        </p:spPr>
        <p:txBody>
          <a:bodyPr vert="horz" wrap="square" lIns="91440" tIns="45720" rIns="91440" bIns="45720" numCol="1" anchor="b" anchorCtr="0" compatLnSpc="1">
            <a:prstTxWarp prst="textNoShape">
              <a:avLst/>
            </a:prstTxWarp>
          </a:bodyPr>
          <a:lstStyle>
            <a:lvl1pPr algn="r">
              <a:defRPr sz="1200" b="0">
                <a:latin typeface="굴림" pitchFamily="50" charset="-127"/>
                <a:ea typeface="굴림" pitchFamily="50" charset="-127"/>
              </a:defRPr>
            </a:lvl1pPr>
          </a:lstStyle>
          <a:p>
            <a:fld id="{AD401ADE-D5BD-4665-9A70-90ADBA96A7EA}" type="slidenum">
              <a:rPr lang="ko-KR" altLang="en-US"/>
              <a:pPr/>
              <a:t>‹#›</a:t>
            </a:fld>
            <a:endParaRPr lang="ko-KR" altLang="en-US"/>
          </a:p>
        </p:txBody>
      </p:sp>
    </p:spTree>
    <p:extLst>
      <p:ext uri="{BB962C8B-B14F-4D97-AF65-F5344CB8AC3E}">
        <p14:creationId xmlns:p14="http://schemas.microsoft.com/office/powerpoint/2010/main" val="4244501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bwMode="auto">
          <a:xfrm>
            <a:off x="0" y="0"/>
            <a:ext cx="294957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굴림" pitchFamily="50" charset="-127"/>
                <a:ea typeface="굴림" pitchFamily="50" charset="-127"/>
              </a:defRPr>
            </a:lvl1pPr>
          </a:lstStyle>
          <a:p>
            <a:endParaRPr lang="en-US" altLang="ko-KR" dirty="0"/>
          </a:p>
        </p:txBody>
      </p:sp>
      <p:sp>
        <p:nvSpPr>
          <p:cNvPr id="93187" name="Rectangle 3"/>
          <p:cNvSpPr>
            <a:spLocks noGrp="1" noChangeArrowheads="1"/>
          </p:cNvSpPr>
          <p:nvPr>
            <p:ph type="dt" idx="1"/>
          </p:nvPr>
        </p:nvSpPr>
        <p:spPr bwMode="auto">
          <a:xfrm>
            <a:off x="3854450" y="0"/>
            <a:ext cx="294957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굴림" pitchFamily="50" charset="-127"/>
                <a:ea typeface="굴림" pitchFamily="50" charset="-127"/>
              </a:defRPr>
            </a:lvl1pPr>
          </a:lstStyle>
          <a:p>
            <a:endParaRPr lang="en-US" altLang="ko-KR" dirty="0"/>
          </a:p>
        </p:txBody>
      </p:sp>
      <p:sp>
        <p:nvSpPr>
          <p:cNvPr id="11268" name="Rectangle 4"/>
          <p:cNvSpPr>
            <a:spLocks noGrp="1" noRot="1" noChangeAspect="1" noChangeArrowheads="1" noTextEdit="1"/>
          </p:cNvSpPr>
          <p:nvPr>
            <p:ph type="sldImg" idx="2"/>
          </p:nvPr>
        </p:nvSpPr>
        <p:spPr bwMode="auto">
          <a:xfrm>
            <a:off x="712788" y="746125"/>
            <a:ext cx="5381625" cy="3725863"/>
          </a:xfrm>
          <a:prstGeom prst="rect">
            <a:avLst/>
          </a:prstGeom>
          <a:noFill/>
          <a:ln w="9525">
            <a:solidFill>
              <a:srgbClr val="000000"/>
            </a:solidFill>
            <a:miter lim="800000"/>
            <a:headEnd/>
            <a:tailEnd/>
          </a:ln>
        </p:spPr>
      </p:sp>
      <p:sp>
        <p:nvSpPr>
          <p:cNvPr id="93189" name="Rectangle 5"/>
          <p:cNvSpPr>
            <a:spLocks noGrp="1" noChangeArrowheads="1"/>
          </p:cNvSpPr>
          <p:nvPr>
            <p:ph type="body" sz="quarter" idx="3"/>
          </p:nvPr>
        </p:nvSpPr>
        <p:spPr bwMode="auto">
          <a:xfrm>
            <a:off x="681038" y="4721225"/>
            <a:ext cx="5443537" cy="44719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93190" name="Rectangle 6"/>
          <p:cNvSpPr>
            <a:spLocks noGrp="1" noChangeArrowheads="1"/>
          </p:cNvSpPr>
          <p:nvPr>
            <p:ph type="ftr" sz="quarter" idx="4"/>
          </p:nvPr>
        </p:nvSpPr>
        <p:spPr bwMode="auto">
          <a:xfrm>
            <a:off x="0" y="9440863"/>
            <a:ext cx="2949575"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굴림" pitchFamily="50" charset="-127"/>
                <a:ea typeface="굴림" pitchFamily="50" charset="-127"/>
              </a:defRPr>
            </a:lvl1pPr>
          </a:lstStyle>
          <a:p>
            <a:endParaRPr lang="en-US" altLang="ko-KR" dirty="0"/>
          </a:p>
        </p:txBody>
      </p:sp>
      <p:sp>
        <p:nvSpPr>
          <p:cNvPr id="93191" name="Rectangle 7"/>
          <p:cNvSpPr>
            <a:spLocks noGrp="1" noChangeArrowheads="1"/>
          </p:cNvSpPr>
          <p:nvPr>
            <p:ph type="sldNum" sz="quarter" idx="5"/>
          </p:nvPr>
        </p:nvSpPr>
        <p:spPr bwMode="auto">
          <a:xfrm>
            <a:off x="3854450" y="9440863"/>
            <a:ext cx="2949575"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굴림" pitchFamily="50" charset="-127"/>
                <a:ea typeface="굴림" pitchFamily="50" charset="-127"/>
              </a:defRPr>
            </a:lvl1pPr>
          </a:lstStyle>
          <a:p>
            <a:fld id="{2088E329-CCCE-4B62-B1DC-21BC024DD6EF}" type="slidenum">
              <a:rPr lang="en-US" altLang="ko-KR"/>
              <a:pPr/>
              <a:t>‹#›</a:t>
            </a:fld>
            <a:endParaRPr lang="en-US" altLang="ko-KR" dirty="0"/>
          </a:p>
        </p:txBody>
      </p:sp>
    </p:spTree>
    <p:extLst>
      <p:ext uri="{BB962C8B-B14F-4D97-AF65-F5344CB8AC3E}">
        <p14:creationId xmlns:p14="http://schemas.microsoft.com/office/powerpoint/2010/main" val="1710033216"/>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슬라이드 이미지 개체 틀 1"/>
          <p:cNvSpPr>
            <a:spLocks noGrp="1" noRot="1" noChangeAspect="1" noTextEdit="1"/>
          </p:cNvSpPr>
          <p:nvPr>
            <p:ph type="sldImg"/>
          </p:nvPr>
        </p:nvSpPr>
        <p:spPr>
          <a:ln/>
        </p:spPr>
      </p:sp>
      <p:sp>
        <p:nvSpPr>
          <p:cNvPr id="13315"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smtClean="0"/>
          </a:p>
        </p:txBody>
      </p:sp>
      <p:sp>
        <p:nvSpPr>
          <p:cNvPr id="13316" name="슬라이드 번호 개체 틀 3"/>
          <p:cNvSpPr txBox="1">
            <a:spLocks noGrp="1"/>
          </p:cNvSpPr>
          <p:nvPr/>
        </p:nvSpPr>
        <p:spPr bwMode="auto">
          <a:xfrm>
            <a:off x="3854451" y="9440865"/>
            <a:ext cx="294957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000" b="1">
                <a:solidFill>
                  <a:schemeClr val="tx1"/>
                </a:solidFill>
                <a:latin typeface="Arial" pitchFamily="34" charset="0"/>
                <a:ea typeface="돋움" pitchFamily="50" charset="-127"/>
              </a:defRPr>
            </a:lvl1pPr>
            <a:lvl2pPr marL="742950" indent="-285750" eaLnBrk="0" hangingPunct="0">
              <a:defRPr kumimoji="1" sz="2000" b="1">
                <a:solidFill>
                  <a:schemeClr val="tx1"/>
                </a:solidFill>
                <a:latin typeface="Arial" pitchFamily="34" charset="0"/>
                <a:ea typeface="돋움" pitchFamily="50" charset="-127"/>
              </a:defRPr>
            </a:lvl2pPr>
            <a:lvl3pPr marL="1143000" indent="-228600" eaLnBrk="0" hangingPunct="0">
              <a:defRPr kumimoji="1" sz="2000" b="1">
                <a:solidFill>
                  <a:schemeClr val="tx1"/>
                </a:solidFill>
                <a:latin typeface="Arial" pitchFamily="34" charset="0"/>
                <a:ea typeface="돋움" pitchFamily="50" charset="-127"/>
              </a:defRPr>
            </a:lvl3pPr>
            <a:lvl4pPr marL="1600200" indent="-228600" eaLnBrk="0" hangingPunct="0">
              <a:defRPr kumimoji="1" sz="2000" b="1">
                <a:solidFill>
                  <a:schemeClr val="tx1"/>
                </a:solidFill>
                <a:latin typeface="Arial" pitchFamily="34" charset="0"/>
                <a:ea typeface="돋움" pitchFamily="50" charset="-127"/>
              </a:defRPr>
            </a:lvl4pPr>
            <a:lvl5pPr marL="2057400" indent="-228600" eaLnBrk="0" hangingPunct="0">
              <a:defRPr kumimoji="1" sz="2000" b="1">
                <a:solidFill>
                  <a:schemeClr val="tx1"/>
                </a:solidFill>
                <a:latin typeface="Arial" pitchFamily="34" charset="0"/>
                <a:ea typeface="돋움" pitchFamily="50" charset="-127"/>
              </a:defRPr>
            </a:lvl5pPr>
            <a:lvl6pPr marL="2514600" indent="-228600" eaLnBrk="0" fontAlgn="base" hangingPunct="0">
              <a:spcBef>
                <a:spcPct val="0"/>
              </a:spcBef>
              <a:spcAft>
                <a:spcPct val="0"/>
              </a:spcAft>
              <a:defRPr kumimoji="1" sz="2000" b="1">
                <a:solidFill>
                  <a:schemeClr val="tx1"/>
                </a:solidFill>
                <a:latin typeface="Arial" pitchFamily="34" charset="0"/>
                <a:ea typeface="돋움" pitchFamily="50" charset="-127"/>
              </a:defRPr>
            </a:lvl6pPr>
            <a:lvl7pPr marL="2971800" indent="-228600" eaLnBrk="0" fontAlgn="base" hangingPunct="0">
              <a:spcBef>
                <a:spcPct val="0"/>
              </a:spcBef>
              <a:spcAft>
                <a:spcPct val="0"/>
              </a:spcAft>
              <a:defRPr kumimoji="1" sz="2000" b="1">
                <a:solidFill>
                  <a:schemeClr val="tx1"/>
                </a:solidFill>
                <a:latin typeface="Arial" pitchFamily="34" charset="0"/>
                <a:ea typeface="돋움" pitchFamily="50" charset="-127"/>
              </a:defRPr>
            </a:lvl7pPr>
            <a:lvl8pPr marL="3429000" indent="-228600" eaLnBrk="0" fontAlgn="base" hangingPunct="0">
              <a:spcBef>
                <a:spcPct val="0"/>
              </a:spcBef>
              <a:spcAft>
                <a:spcPct val="0"/>
              </a:spcAft>
              <a:defRPr kumimoji="1" sz="2000" b="1">
                <a:solidFill>
                  <a:schemeClr val="tx1"/>
                </a:solidFill>
                <a:latin typeface="Arial" pitchFamily="34" charset="0"/>
                <a:ea typeface="돋움" pitchFamily="50" charset="-127"/>
              </a:defRPr>
            </a:lvl8pPr>
            <a:lvl9pPr marL="3886200" indent="-228600" eaLnBrk="0" fontAlgn="base" hangingPunct="0">
              <a:spcBef>
                <a:spcPct val="0"/>
              </a:spcBef>
              <a:spcAft>
                <a:spcPct val="0"/>
              </a:spcAft>
              <a:defRPr kumimoji="1" sz="2000" b="1">
                <a:solidFill>
                  <a:schemeClr val="tx1"/>
                </a:solidFill>
                <a:latin typeface="Arial" pitchFamily="34" charset="0"/>
                <a:ea typeface="돋움" pitchFamily="50" charset="-127"/>
              </a:defRPr>
            </a:lvl9pPr>
          </a:lstStyle>
          <a:p>
            <a:pPr algn="r" eaLnBrk="1" hangingPunct="1"/>
            <a:fld id="{57AF32B2-C9A4-43A7-907B-A4C3D2402BFA}" type="slidenum">
              <a:rPr lang="en-US" altLang="ko-KR" sz="1200" b="0" smtClean="0">
                <a:solidFill>
                  <a:srgbClr val="000000"/>
                </a:solidFill>
                <a:latin typeface="굴림" pitchFamily="50" charset="-127"/>
                <a:ea typeface="굴림" pitchFamily="50" charset="-127"/>
              </a:rPr>
              <a:pPr algn="r" eaLnBrk="1" hangingPunct="1"/>
              <a:t>1</a:t>
            </a:fld>
            <a:endParaRPr lang="en-US" altLang="ko-KR" sz="1200" b="0" smtClean="0">
              <a:solidFill>
                <a:srgbClr val="000000"/>
              </a:solidFill>
              <a:latin typeface="굴림" pitchFamily="50" charset="-127"/>
              <a:ea typeface="굴림" pitchFamily="50" charset="-127"/>
            </a:endParaRPr>
          </a:p>
        </p:txBody>
      </p:sp>
    </p:spTree>
    <p:extLst>
      <p:ext uri="{BB962C8B-B14F-4D97-AF65-F5344CB8AC3E}">
        <p14:creationId xmlns:p14="http://schemas.microsoft.com/office/powerpoint/2010/main" val="2577718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Text Box 10"/>
          <p:cNvSpPr txBox="1">
            <a:spLocks noChangeArrowheads="1"/>
          </p:cNvSpPr>
          <p:nvPr userDrawn="1"/>
        </p:nvSpPr>
        <p:spPr bwMode="auto">
          <a:xfrm>
            <a:off x="8093075" y="6515100"/>
            <a:ext cx="1657350" cy="265113"/>
          </a:xfrm>
          <a:prstGeom prst="rect">
            <a:avLst/>
          </a:prstGeom>
          <a:noFill/>
          <a:ln w="9525" algn="ctr">
            <a:solidFill>
              <a:srgbClr val="FF3300"/>
            </a:solidFill>
            <a:miter lim="800000"/>
            <a:headEnd/>
            <a:tailEnd/>
          </a:ln>
        </p:spPr>
        <p:txBody>
          <a:bodyPr lIns="71680" tIns="35840" rIns="71680" bIns="35840">
            <a:spAutoFit/>
          </a:bodyPr>
          <a:lstStyle/>
          <a:p>
            <a:pPr algn="ctr" defTabSz="717550"/>
            <a:r>
              <a:rPr lang="en-US" altLang="ko-KR" sz="1200" dirty="0" smtClean="0">
                <a:solidFill>
                  <a:srgbClr val="FF3300"/>
                </a:solidFill>
                <a:latin typeface="Arial Narrow" pitchFamily="34" charset="0"/>
                <a:ea typeface="맑은 고딕" pitchFamily="50" charset="-127"/>
                <a:cs typeface="Arial" charset="0"/>
              </a:rPr>
              <a:t>VT  </a:t>
            </a:r>
            <a:r>
              <a:rPr lang="en-US" altLang="ko-KR" sz="1200" dirty="0">
                <a:solidFill>
                  <a:srgbClr val="FF3300"/>
                </a:solidFill>
                <a:latin typeface="Arial Narrow" pitchFamily="34" charset="0"/>
                <a:ea typeface="맑은 고딕" pitchFamily="50" charset="-127"/>
                <a:cs typeface="Arial" charset="0"/>
              </a:rPr>
              <a:t>Internal  Use Only</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5" name="직선 연결선 4"/>
          <p:cNvCxnSpPr/>
          <p:nvPr userDrawn="1"/>
        </p:nvCxnSpPr>
        <p:spPr>
          <a:xfrm>
            <a:off x="0" y="549275"/>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4" r:id="rId1"/>
  </p:sldLayoutIdLst>
  <p:timing>
    <p:tnLst>
      <p:par>
        <p:cTn id="1" dur="indefinite" restart="never" nodeType="tmRoot"/>
      </p:par>
    </p:tnLst>
  </p:timing>
  <p:txStyles>
    <p:titleStyle>
      <a:lvl1pPr algn="l" rtl="0" eaLnBrk="0" fontAlgn="base" hangingPunct="0">
        <a:lnSpc>
          <a:spcPct val="110000"/>
        </a:lnSpc>
        <a:spcBef>
          <a:spcPct val="0"/>
        </a:spcBef>
        <a:spcAft>
          <a:spcPct val="0"/>
        </a:spcAft>
        <a:defRPr sz="4400" b="1">
          <a:solidFill>
            <a:schemeClr val="tx1"/>
          </a:solidFill>
          <a:latin typeface="+mj-lt"/>
          <a:ea typeface="Dotum" pitchFamily="50" charset="-127"/>
          <a:cs typeface="+mj-cs"/>
        </a:defRPr>
      </a:lvl1pPr>
      <a:lvl2pPr algn="l" rtl="0" eaLnBrk="0" fontAlgn="base" hangingPunct="0">
        <a:lnSpc>
          <a:spcPct val="110000"/>
        </a:lnSpc>
        <a:spcBef>
          <a:spcPct val="0"/>
        </a:spcBef>
        <a:spcAft>
          <a:spcPct val="0"/>
        </a:spcAft>
        <a:defRPr sz="4400" b="1">
          <a:solidFill>
            <a:schemeClr val="tx1"/>
          </a:solidFill>
          <a:latin typeface="Arial" pitchFamily="34" charset="0"/>
          <a:ea typeface="Dotum" pitchFamily="50" charset="-127"/>
        </a:defRPr>
      </a:lvl2pPr>
      <a:lvl3pPr algn="l" rtl="0" eaLnBrk="0" fontAlgn="base" hangingPunct="0">
        <a:lnSpc>
          <a:spcPct val="110000"/>
        </a:lnSpc>
        <a:spcBef>
          <a:spcPct val="0"/>
        </a:spcBef>
        <a:spcAft>
          <a:spcPct val="0"/>
        </a:spcAft>
        <a:defRPr sz="4400" b="1">
          <a:solidFill>
            <a:schemeClr val="tx1"/>
          </a:solidFill>
          <a:latin typeface="Arial" pitchFamily="34" charset="0"/>
          <a:ea typeface="Dotum" pitchFamily="50" charset="-127"/>
        </a:defRPr>
      </a:lvl3pPr>
      <a:lvl4pPr algn="l" rtl="0" eaLnBrk="0" fontAlgn="base" hangingPunct="0">
        <a:lnSpc>
          <a:spcPct val="110000"/>
        </a:lnSpc>
        <a:spcBef>
          <a:spcPct val="0"/>
        </a:spcBef>
        <a:spcAft>
          <a:spcPct val="0"/>
        </a:spcAft>
        <a:defRPr sz="4400" b="1">
          <a:solidFill>
            <a:schemeClr val="tx1"/>
          </a:solidFill>
          <a:latin typeface="Arial" pitchFamily="34" charset="0"/>
          <a:ea typeface="Dotum" pitchFamily="50" charset="-127"/>
        </a:defRPr>
      </a:lvl4pPr>
      <a:lvl5pPr algn="l" rtl="0" eaLnBrk="0" fontAlgn="base" hangingPunct="0">
        <a:lnSpc>
          <a:spcPct val="110000"/>
        </a:lnSpc>
        <a:spcBef>
          <a:spcPct val="0"/>
        </a:spcBef>
        <a:spcAft>
          <a:spcPct val="0"/>
        </a:spcAft>
        <a:defRPr sz="4400" b="1">
          <a:solidFill>
            <a:schemeClr val="tx1"/>
          </a:solidFill>
          <a:latin typeface="Arial" pitchFamily="34" charset="0"/>
          <a:ea typeface="Dotum" pitchFamily="50" charset="-127"/>
        </a:defRPr>
      </a:lvl5pPr>
      <a:lvl6pPr marL="457200" algn="l" rtl="0" eaLnBrk="0" fontAlgn="base" hangingPunct="0">
        <a:lnSpc>
          <a:spcPct val="110000"/>
        </a:lnSpc>
        <a:spcBef>
          <a:spcPct val="0"/>
        </a:spcBef>
        <a:spcAft>
          <a:spcPct val="0"/>
        </a:spcAft>
        <a:defRPr sz="4400" b="1">
          <a:solidFill>
            <a:schemeClr val="tx1"/>
          </a:solidFill>
          <a:latin typeface="Arial" pitchFamily="34" charset="0"/>
          <a:ea typeface="돋움" pitchFamily="50" charset="-127"/>
        </a:defRPr>
      </a:lvl6pPr>
      <a:lvl7pPr marL="914400" algn="l" rtl="0" eaLnBrk="0" fontAlgn="base" hangingPunct="0">
        <a:lnSpc>
          <a:spcPct val="110000"/>
        </a:lnSpc>
        <a:spcBef>
          <a:spcPct val="0"/>
        </a:spcBef>
        <a:spcAft>
          <a:spcPct val="0"/>
        </a:spcAft>
        <a:defRPr sz="4400" b="1">
          <a:solidFill>
            <a:schemeClr val="tx1"/>
          </a:solidFill>
          <a:latin typeface="Arial" pitchFamily="34" charset="0"/>
          <a:ea typeface="돋움" pitchFamily="50" charset="-127"/>
        </a:defRPr>
      </a:lvl7pPr>
      <a:lvl8pPr marL="1371600" algn="l" rtl="0" eaLnBrk="0" fontAlgn="base" hangingPunct="0">
        <a:lnSpc>
          <a:spcPct val="110000"/>
        </a:lnSpc>
        <a:spcBef>
          <a:spcPct val="0"/>
        </a:spcBef>
        <a:spcAft>
          <a:spcPct val="0"/>
        </a:spcAft>
        <a:defRPr sz="4400" b="1">
          <a:solidFill>
            <a:schemeClr val="tx1"/>
          </a:solidFill>
          <a:latin typeface="Arial" pitchFamily="34" charset="0"/>
          <a:ea typeface="돋움" pitchFamily="50" charset="-127"/>
        </a:defRPr>
      </a:lvl8pPr>
      <a:lvl9pPr marL="1828800" algn="l" rtl="0" eaLnBrk="0" fontAlgn="base" hangingPunct="0">
        <a:lnSpc>
          <a:spcPct val="110000"/>
        </a:lnSpc>
        <a:spcBef>
          <a:spcPct val="0"/>
        </a:spcBef>
        <a:spcAft>
          <a:spcPct val="0"/>
        </a:spcAft>
        <a:defRPr sz="4400" b="1">
          <a:solidFill>
            <a:schemeClr val="tx1"/>
          </a:solidFill>
          <a:latin typeface="Arial" pitchFamily="34" charset="0"/>
          <a:ea typeface="돋움" pitchFamily="50" charset="-127"/>
        </a:defRPr>
      </a:lvl9pPr>
    </p:titleStyle>
    <p:bodyStyle>
      <a:lvl1pPr marL="342900" indent="-342900" algn="l" rtl="0" eaLnBrk="0" fontAlgn="base" hangingPunct="0">
        <a:lnSpc>
          <a:spcPct val="110000"/>
        </a:lnSpc>
        <a:spcBef>
          <a:spcPct val="0"/>
        </a:spcBef>
        <a:spcAft>
          <a:spcPct val="0"/>
        </a:spcAft>
        <a:buChar char="•"/>
        <a:defRPr sz="1700" b="1">
          <a:solidFill>
            <a:schemeClr val="tx1"/>
          </a:solidFill>
          <a:latin typeface="+mn-lt"/>
          <a:ea typeface="Dotum" pitchFamily="50" charset="-127"/>
          <a:cs typeface="+mn-cs"/>
        </a:defRPr>
      </a:lvl1pPr>
      <a:lvl2pPr marL="457200" algn="r" rtl="0" eaLnBrk="0" fontAlgn="base" hangingPunct="0">
        <a:lnSpc>
          <a:spcPct val="110000"/>
        </a:lnSpc>
        <a:spcBef>
          <a:spcPct val="0"/>
        </a:spcBef>
        <a:spcAft>
          <a:spcPct val="0"/>
        </a:spcAft>
        <a:buChar char="–"/>
        <a:defRPr sz="1600" b="1">
          <a:solidFill>
            <a:schemeClr val="tx1"/>
          </a:solidFill>
          <a:latin typeface="+mn-lt"/>
          <a:ea typeface="Dotum" pitchFamily="50" charset="-127"/>
        </a:defRPr>
      </a:lvl2pPr>
      <a:lvl3pPr marL="914400" algn="r" rtl="0" eaLnBrk="0" fontAlgn="base" hangingPunct="0">
        <a:lnSpc>
          <a:spcPct val="110000"/>
        </a:lnSpc>
        <a:spcBef>
          <a:spcPct val="0"/>
        </a:spcBef>
        <a:spcAft>
          <a:spcPct val="0"/>
        </a:spcAft>
        <a:buChar char="•"/>
        <a:defRPr sz="1600" b="1">
          <a:solidFill>
            <a:schemeClr val="tx1"/>
          </a:solidFill>
          <a:latin typeface="+mn-lt"/>
          <a:ea typeface="Dotum" pitchFamily="50" charset="-127"/>
        </a:defRPr>
      </a:lvl3pPr>
      <a:lvl4pPr marL="1371600" algn="r" rtl="0" eaLnBrk="0" fontAlgn="base" hangingPunct="0">
        <a:lnSpc>
          <a:spcPct val="110000"/>
        </a:lnSpc>
        <a:spcBef>
          <a:spcPct val="0"/>
        </a:spcBef>
        <a:spcAft>
          <a:spcPct val="0"/>
        </a:spcAft>
        <a:buChar char="–"/>
        <a:defRPr sz="1600" b="1">
          <a:solidFill>
            <a:schemeClr val="tx1"/>
          </a:solidFill>
          <a:latin typeface="+mn-lt"/>
          <a:ea typeface="Dotum" pitchFamily="50" charset="-127"/>
        </a:defRPr>
      </a:lvl4pPr>
      <a:lvl5pPr marL="1828800" algn="r" rtl="0" eaLnBrk="0" fontAlgn="base" hangingPunct="0">
        <a:lnSpc>
          <a:spcPct val="110000"/>
        </a:lnSpc>
        <a:spcBef>
          <a:spcPct val="0"/>
        </a:spcBef>
        <a:spcAft>
          <a:spcPct val="0"/>
        </a:spcAft>
        <a:buChar char="»"/>
        <a:defRPr sz="1600" b="1">
          <a:solidFill>
            <a:schemeClr val="tx1"/>
          </a:solidFill>
          <a:latin typeface="+mn-lt"/>
          <a:ea typeface="Dotum" pitchFamily="50" charset="-127"/>
        </a:defRPr>
      </a:lvl5pPr>
      <a:lvl6pPr marL="2286000" algn="r" rtl="0" eaLnBrk="0" fontAlgn="base" hangingPunct="0">
        <a:lnSpc>
          <a:spcPct val="110000"/>
        </a:lnSpc>
        <a:spcBef>
          <a:spcPct val="0"/>
        </a:spcBef>
        <a:spcAft>
          <a:spcPct val="0"/>
        </a:spcAft>
        <a:buChar char="»"/>
        <a:defRPr sz="1600" b="1">
          <a:solidFill>
            <a:schemeClr val="tx1"/>
          </a:solidFill>
          <a:latin typeface="+mn-lt"/>
          <a:ea typeface="+mn-ea"/>
        </a:defRPr>
      </a:lvl6pPr>
      <a:lvl7pPr marL="2743200" algn="r" rtl="0" eaLnBrk="0" fontAlgn="base" hangingPunct="0">
        <a:lnSpc>
          <a:spcPct val="110000"/>
        </a:lnSpc>
        <a:spcBef>
          <a:spcPct val="0"/>
        </a:spcBef>
        <a:spcAft>
          <a:spcPct val="0"/>
        </a:spcAft>
        <a:buChar char="»"/>
        <a:defRPr sz="1600" b="1">
          <a:solidFill>
            <a:schemeClr val="tx1"/>
          </a:solidFill>
          <a:latin typeface="+mn-lt"/>
          <a:ea typeface="+mn-ea"/>
        </a:defRPr>
      </a:lvl7pPr>
      <a:lvl8pPr marL="3200400" algn="r" rtl="0" eaLnBrk="0" fontAlgn="base" hangingPunct="0">
        <a:lnSpc>
          <a:spcPct val="110000"/>
        </a:lnSpc>
        <a:spcBef>
          <a:spcPct val="0"/>
        </a:spcBef>
        <a:spcAft>
          <a:spcPct val="0"/>
        </a:spcAft>
        <a:buChar char="»"/>
        <a:defRPr sz="1600" b="1">
          <a:solidFill>
            <a:schemeClr val="tx1"/>
          </a:solidFill>
          <a:latin typeface="+mn-lt"/>
          <a:ea typeface="+mn-ea"/>
        </a:defRPr>
      </a:lvl8pPr>
      <a:lvl9pPr marL="3657600" algn="r" rtl="0" eaLnBrk="0" fontAlgn="base" hangingPunct="0">
        <a:lnSpc>
          <a:spcPct val="110000"/>
        </a:lnSpc>
        <a:spcBef>
          <a:spcPct val="0"/>
        </a:spcBef>
        <a:spcAft>
          <a:spcPct val="0"/>
        </a:spcAft>
        <a:buChar char="»"/>
        <a:defRPr sz="1600" b="1">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5"/>
          <p:cNvSpPr>
            <a:spLocks noChangeArrowheads="1"/>
          </p:cNvSpPr>
          <p:nvPr>
            <p:custDataLst>
              <p:tags r:id="rId1"/>
            </p:custDataLst>
          </p:nvPr>
        </p:nvSpPr>
        <p:spPr bwMode="auto">
          <a:xfrm>
            <a:off x="57423" y="115583"/>
            <a:ext cx="3356178" cy="43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5791" tIns="47895" rIns="95791" bIns="47895" anchor="b">
            <a:spAutoFit/>
          </a:bodyPr>
          <a:lstStyle>
            <a:lvl1pPr eaLnBrk="0" hangingPunct="0">
              <a:defRPr kumimoji="1" sz="2000" b="1">
                <a:solidFill>
                  <a:schemeClr val="tx1"/>
                </a:solidFill>
                <a:latin typeface="Arial" pitchFamily="34" charset="0"/>
                <a:ea typeface="돋움" pitchFamily="50" charset="-127"/>
              </a:defRPr>
            </a:lvl1pPr>
            <a:lvl2pPr marL="742950" indent="-285750" eaLnBrk="0" hangingPunct="0">
              <a:defRPr kumimoji="1" sz="2000" b="1">
                <a:solidFill>
                  <a:schemeClr val="tx1"/>
                </a:solidFill>
                <a:latin typeface="Arial" pitchFamily="34" charset="0"/>
                <a:ea typeface="돋움" pitchFamily="50" charset="-127"/>
              </a:defRPr>
            </a:lvl2pPr>
            <a:lvl3pPr marL="1143000" indent="-228600" eaLnBrk="0" hangingPunct="0">
              <a:defRPr kumimoji="1" sz="2000" b="1">
                <a:solidFill>
                  <a:schemeClr val="tx1"/>
                </a:solidFill>
                <a:latin typeface="Arial" pitchFamily="34" charset="0"/>
                <a:ea typeface="돋움" pitchFamily="50" charset="-127"/>
              </a:defRPr>
            </a:lvl3pPr>
            <a:lvl4pPr marL="1600200" indent="-228600" eaLnBrk="0" hangingPunct="0">
              <a:defRPr kumimoji="1" sz="2000" b="1">
                <a:solidFill>
                  <a:schemeClr val="tx1"/>
                </a:solidFill>
                <a:latin typeface="Arial" pitchFamily="34" charset="0"/>
                <a:ea typeface="돋움" pitchFamily="50" charset="-127"/>
              </a:defRPr>
            </a:lvl4pPr>
            <a:lvl5pPr marL="2057400" indent="-228600" eaLnBrk="0" hangingPunct="0">
              <a:defRPr kumimoji="1" sz="2000" b="1">
                <a:solidFill>
                  <a:schemeClr val="tx1"/>
                </a:solidFill>
                <a:latin typeface="Arial" pitchFamily="34" charset="0"/>
                <a:ea typeface="돋움" pitchFamily="50" charset="-127"/>
              </a:defRPr>
            </a:lvl5pPr>
            <a:lvl6pPr marL="2514600" indent="-228600" eaLnBrk="0" fontAlgn="base" hangingPunct="0">
              <a:spcBef>
                <a:spcPct val="0"/>
              </a:spcBef>
              <a:spcAft>
                <a:spcPct val="0"/>
              </a:spcAft>
              <a:defRPr kumimoji="1" sz="2000" b="1">
                <a:solidFill>
                  <a:schemeClr val="tx1"/>
                </a:solidFill>
                <a:latin typeface="Arial" pitchFamily="34" charset="0"/>
                <a:ea typeface="돋움" pitchFamily="50" charset="-127"/>
              </a:defRPr>
            </a:lvl6pPr>
            <a:lvl7pPr marL="2971800" indent="-228600" eaLnBrk="0" fontAlgn="base" hangingPunct="0">
              <a:spcBef>
                <a:spcPct val="0"/>
              </a:spcBef>
              <a:spcAft>
                <a:spcPct val="0"/>
              </a:spcAft>
              <a:defRPr kumimoji="1" sz="2000" b="1">
                <a:solidFill>
                  <a:schemeClr val="tx1"/>
                </a:solidFill>
                <a:latin typeface="Arial" pitchFamily="34" charset="0"/>
                <a:ea typeface="돋움" pitchFamily="50" charset="-127"/>
              </a:defRPr>
            </a:lvl7pPr>
            <a:lvl8pPr marL="3429000" indent="-228600" eaLnBrk="0" fontAlgn="base" hangingPunct="0">
              <a:spcBef>
                <a:spcPct val="0"/>
              </a:spcBef>
              <a:spcAft>
                <a:spcPct val="0"/>
              </a:spcAft>
              <a:defRPr kumimoji="1" sz="2000" b="1">
                <a:solidFill>
                  <a:schemeClr val="tx1"/>
                </a:solidFill>
                <a:latin typeface="Arial" pitchFamily="34" charset="0"/>
                <a:ea typeface="돋움" pitchFamily="50" charset="-127"/>
              </a:defRPr>
            </a:lvl8pPr>
            <a:lvl9pPr marL="3886200" indent="-228600" eaLnBrk="0" fontAlgn="base" hangingPunct="0">
              <a:spcBef>
                <a:spcPct val="0"/>
              </a:spcBef>
              <a:spcAft>
                <a:spcPct val="0"/>
              </a:spcAft>
              <a:defRPr kumimoji="1" sz="2000" b="1">
                <a:solidFill>
                  <a:schemeClr val="tx1"/>
                </a:solidFill>
                <a:latin typeface="Arial" pitchFamily="34" charset="0"/>
                <a:ea typeface="돋움" pitchFamily="50" charset="-127"/>
              </a:defRPr>
            </a:lvl9pPr>
          </a:lstStyle>
          <a:p>
            <a:pPr latinLnBrk="0">
              <a:lnSpc>
                <a:spcPct val="110000"/>
              </a:lnSpc>
            </a:pPr>
            <a:r>
              <a:rPr kumimoji="0" lang="en-US" altLang="ko-KR" dirty="0" smtClean="0">
                <a:solidFill>
                  <a:srgbClr val="000000"/>
                </a:solidFill>
              </a:rPr>
              <a:t>CE Software development</a:t>
            </a:r>
            <a:endParaRPr kumimoji="0" lang="ko-KR" altLang="en-US" dirty="0" smtClean="0">
              <a:solidFill>
                <a:srgbClr val="000000"/>
              </a:solidFill>
            </a:endParaRPr>
          </a:p>
        </p:txBody>
      </p:sp>
      <p:graphicFrame>
        <p:nvGraphicFramePr>
          <p:cNvPr id="48" name="Group 166"/>
          <p:cNvGraphicFramePr>
            <a:graphicFrameLocks noGrp="1"/>
          </p:cNvGraphicFramePr>
          <p:nvPr>
            <p:extLst>
              <p:ext uri="{D42A27DB-BD31-4B8C-83A1-F6EECF244321}">
                <p14:modId xmlns:p14="http://schemas.microsoft.com/office/powerpoint/2010/main" val="3977691977"/>
              </p:ext>
            </p:extLst>
          </p:nvPr>
        </p:nvGraphicFramePr>
        <p:xfrm>
          <a:off x="128588" y="1556792"/>
          <a:ext cx="9648948" cy="3613638"/>
        </p:xfrm>
        <a:graphic>
          <a:graphicData uri="http://schemas.openxmlformats.org/drawingml/2006/table">
            <a:tbl>
              <a:tblPr/>
              <a:tblGrid>
                <a:gridCol w="1028900"/>
                <a:gridCol w="5091656"/>
                <a:gridCol w="1008112"/>
                <a:gridCol w="1152128"/>
                <a:gridCol w="1368152"/>
              </a:tblGrid>
              <a:tr h="370980">
                <a:tc rowSpan="3">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smtClean="0">
                          <a:ln>
                            <a:noFill/>
                          </a:ln>
                          <a:solidFill>
                            <a:srgbClr val="000000"/>
                          </a:solidFill>
                          <a:effectLst/>
                          <a:latin typeface="Arial" charset="0"/>
                          <a:ea typeface="돋움" pitchFamily="50" charset="-127"/>
                        </a:rPr>
                        <a:t>Needs</a:t>
                      </a:r>
                    </a:p>
                  </a:txBody>
                  <a:tcPr marL="94682" marR="94682" marT="49222" marB="49222"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DDDDDD"/>
                    </a:solidFill>
                  </a:tcPr>
                </a:tc>
                <a:tc rowSpan="3">
                  <a:txBody>
                    <a:bodyPr/>
                    <a:lstStyle/>
                    <a:p>
                      <a:pPr marL="228600" marR="0" lvl="0" indent="-228600" algn="l" defTabSz="0" rtl="0" eaLnBrk="1" fontAlgn="base" latinLnBrk="1" hangingPunct="1">
                        <a:lnSpc>
                          <a:spcPct val="100000"/>
                        </a:lnSpc>
                        <a:spcBef>
                          <a:spcPct val="0"/>
                        </a:spcBef>
                        <a:spcAft>
                          <a:spcPct val="0"/>
                        </a:spcAft>
                        <a:buClrTx/>
                        <a:buSzTx/>
                        <a:buFont typeface="Wingdings" panose="05000000000000000000" pitchFamily="2" charset="2"/>
                        <a:buChar char="§"/>
                        <a:tabLst/>
                      </a:pPr>
                      <a:r>
                        <a:rPr kumimoji="0" lang="en-US" altLang="en-US" sz="1000" b="1"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Why</a:t>
                      </a:r>
                      <a:r>
                        <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 This is a client suggested project, which is in line with our strategic projects</a:t>
                      </a:r>
                    </a:p>
                    <a:p>
                      <a:pPr marL="228600" marR="0" lvl="0" indent="-228600" algn="l" defTabSz="0" rtl="0" eaLnBrk="1" fontAlgn="base" latinLnBrk="1" hangingPunct="1">
                        <a:lnSpc>
                          <a:spcPct val="100000"/>
                        </a:lnSpc>
                        <a:spcBef>
                          <a:spcPct val="0"/>
                        </a:spcBef>
                        <a:spcAft>
                          <a:spcPct val="0"/>
                        </a:spcAft>
                        <a:buClrTx/>
                        <a:buSzTx/>
                        <a:buFont typeface="Wingdings" panose="05000000000000000000" pitchFamily="2" charset="2"/>
                        <a:buChar char="§"/>
                        <a:tabLst/>
                      </a:pPr>
                      <a:r>
                        <a:rPr kumimoji="0" lang="en-US" altLang="en-US" sz="1000" b="1"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Deliverables: </a:t>
                      </a:r>
                      <a:r>
                        <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BT streaming, </a:t>
                      </a:r>
                      <a:r>
                        <a:rPr kumimoji="0" lang="en-US" altLang="en-US" sz="1000" b="0" i="0" u="none" strike="noStrike" kern="1200" cap="none" normalizeH="0" baseline="0" dirty="0" err="1" smtClean="0">
                          <a:ln>
                            <a:noFill/>
                          </a:ln>
                          <a:solidFill>
                            <a:srgbClr val="000000"/>
                          </a:solidFill>
                          <a:effectLst/>
                          <a:latin typeface="Arial" charset="0"/>
                          <a:ea typeface="Dotum" pitchFamily="50" charset="-127"/>
                          <a:cs typeface="+mn-cs"/>
                          <a:sym typeface="Arial" pitchFamily="34" charset="0"/>
                        </a:rPr>
                        <a:t>wifi</a:t>
                      </a:r>
                      <a:r>
                        <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 streaming, </a:t>
                      </a:r>
                      <a:r>
                        <a:rPr kumimoji="0" lang="en-US" altLang="en-US" sz="1000" b="0" i="0" u="none" strike="noStrike" kern="1200" cap="none" normalizeH="0" baseline="0" dirty="0" err="1" smtClean="0">
                          <a:ln>
                            <a:noFill/>
                          </a:ln>
                          <a:solidFill>
                            <a:srgbClr val="000000"/>
                          </a:solidFill>
                          <a:effectLst/>
                          <a:latin typeface="Arial" charset="0"/>
                          <a:ea typeface="Dotum" pitchFamily="50" charset="-127"/>
                          <a:cs typeface="+mn-cs"/>
                          <a:sym typeface="Arial" pitchFamily="34" charset="0"/>
                        </a:rPr>
                        <a:t>gstreamer,Camera</a:t>
                      </a:r>
                      <a:r>
                        <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 capturing, MM application, Test suite /Test cases / </a:t>
                      </a:r>
                    </a:p>
                    <a:p>
                      <a:pPr marL="0" marR="0" lvl="0" indent="0" algn="l" defTabSz="0" rtl="0" eaLnBrk="1" fontAlgn="base" latinLnBrk="1" hangingPunct="1">
                        <a:lnSpc>
                          <a:spcPct val="100000"/>
                        </a:lnSpc>
                        <a:spcBef>
                          <a:spcPct val="0"/>
                        </a:spcBef>
                        <a:spcAft>
                          <a:spcPct val="0"/>
                        </a:spcAft>
                        <a:buClrTx/>
                        <a:buSzTx/>
                        <a:buFont typeface="Wingdings" panose="05000000000000000000" pitchFamily="2" charset="2"/>
                        <a:buNone/>
                        <a:tabLst/>
                      </a:pPr>
                      <a:r>
                        <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Automation tool, Camera Driver, 4A Camera features.</a:t>
                      </a:r>
                    </a:p>
                    <a:p>
                      <a:pPr marL="228600" marR="0" lvl="0" indent="-228600" algn="l" defTabSz="0" rtl="0" eaLnBrk="1" fontAlgn="base" latinLnBrk="1" hangingPunct="1">
                        <a:lnSpc>
                          <a:spcPct val="100000"/>
                        </a:lnSpc>
                        <a:spcBef>
                          <a:spcPct val="0"/>
                        </a:spcBef>
                        <a:spcAft>
                          <a:spcPct val="0"/>
                        </a:spcAft>
                        <a:buClrTx/>
                        <a:buSzTx/>
                        <a:buFont typeface="Wingdings" panose="05000000000000000000" pitchFamily="2" charset="2"/>
                        <a:buChar char="§"/>
                        <a:tabLst/>
                        <a:defRPr/>
                      </a:pPr>
                      <a:r>
                        <a:rPr kumimoji="0" lang="en-US" altLang="en-US" sz="1000" b="1"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Skills</a:t>
                      </a:r>
                      <a:r>
                        <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 Multimedia(Audio/Video), Kernel, Camera device driver, HAL changes, </a:t>
                      </a:r>
                    </a:p>
                    <a:p>
                      <a:pPr marL="0" marR="0" lvl="0" indent="0" algn="l" defTabSz="0" rtl="0" eaLnBrk="1" fontAlgn="base" latinLnBrk="1" hangingPunct="1">
                        <a:lnSpc>
                          <a:spcPct val="100000"/>
                        </a:lnSpc>
                        <a:spcBef>
                          <a:spcPct val="0"/>
                        </a:spcBef>
                        <a:spcAft>
                          <a:spcPct val="0"/>
                        </a:spcAft>
                        <a:buClrTx/>
                        <a:buSzTx/>
                        <a:buFont typeface="Wingdings" panose="05000000000000000000" pitchFamily="2" charset="2"/>
                        <a:buNone/>
                        <a:tabLst/>
                        <a:defRPr/>
                      </a:pPr>
                      <a:r>
                        <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Integration, Porting, Testing, Multimedia Middleware (</a:t>
                      </a:r>
                      <a:r>
                        <a:rPr kumimoji="0" lang="en-US" altLang="en-US" sz="1000" b="0" i="0" u="none" strike="noStrike" kern="1200" cap="none" normalizeH="0" baseline="0" dirty="0" err="1" smtClean="0">
                          <a:ln>
                            <a:noFill/>
                          </a:ln>
                          <a:solidFill>
                            <a:srgbClr val="000000"/>
                          </a:solidFill>
                          <a:effectLst/>
                          <a:latin typeface="Arial" charset="0"/>
                          <a:ea typeface="Dotum" pitchFamily="50" charset="-127"/>
                          <a:cs typeface="+mn-cs"/>
                          <a:sym typeface="Arial" pitchFamily="34" charset="0"/>
                        </a:rPr>
                        <a:t>gstreamer</a:t>
                      </a:r>
                      <a:r>
                        <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 </a:t>
                      </a:r>
                    </a:p>
                    <a:p>
                      <a:pPr marL="228600" marR="0" lvl="0" indent="-228600" algn="l" defTabSz="0" rtl="0" eaLnBrk="1" fontAlgn="base" latinLnBrk="1" hangingPunct="1">
                        <a:lnSpc>
                          <a:spcPct val="100000"/>
                        </a:lnSpc>
                        <a:spcBef>
                          <a:spcPct val="0"/>
                        </a:spcBef>
                        <a:spcAft>
                          <a:spcPct val="0"/>
                        </a:spcAft>
                        <a:buClrTx/>
                        <a:buSzTx/>
                        <a:buFont typeface="Wingdings" panose="05000000000000000000" pitchFamily="2" charset="2"/>
                        <a:buChar char="§"/>
                        <a:tabLst/>
                      </a:pPr>
                      <a:endPar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endParaRPr>
                    </a:p>
                  </a:txBody>
                  <a:tcPr marL="36153" marR="18077" marT="18073" marB="18073" anchor="ctr" horzOverflow="overflow">
                    <a:lnL w="3175" cap="flat" cmpd="sng" algn="ctr">
                      <a:solidFill>
                        <a:srgbClr val="7F7F7F"/>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rowSpan="6">
                  <a:txBody>
                    <a:bodyPr/>
                    <a:lstStyle/>
                    <a:p>
                      <a:pPr marL="85725" marR="0" lvl="0" indent="-85725" algn="l" defTabSz="958850" rtl="0" eaLnBrk="1" fontAlgn="base" latinLnBrk="0" hangingPunct="1">
                        <a:lnSpc>
                          <a:spcPct val="120000"/>
                        </a:lnSpc>
                        <a:spcBef>
                          <a:spcPct val="0"/>
                        </a:spcBef>
                        <a:spcAft>
                          <a:spcPct val="0"/>
                        </a:spcAft>
                        <a:buClr>
                          <a:schemeClr val="accent2"/>
                        </a:buClr>
                        <a:buSzTx/>
                        <a:buFontTx/>
                        <a:buNone/>
                        <a:tabLst/>
                        <a:defRPr/>
                      </a:pPr>
                      <a:r>
                        <a:rPr kumimoji="0" lang="en-US" altLang="ko-KR" sz="1000" b="1" i="0" u="none" strike="noStrike" cap="none" normalizeH="0" baseline="0" dirty="0" smtClean="0">
                          <a:ln>
                            <a:noFill/>
                          </a:ln>
                          <a:solidFill>
                            <a:srgbClr val="000000"/>
                          </a:solidFill>
                          <a:effectLst/>
                          <a:latin typeface="Arial" charset="0"/>
                          <a:ea typeface="돋움" pitchFamily="50" charset="-127"/>
                          <a:sym typeface="Wingdings" pitchFamily="2" charset="2"/>
                        </a:rPr>
                        <a:t>Competition:</a:t>
                      </a:r>
                    </a:p>
                    <a:p>
                      <a:pPr marL="85725" marR="0" lvl="0" indent="-85725" algn="l" defTabSz="958850" rtl="0" eaLnBrk="1" fontAlgn="base" latinLnBrk="0" hangingPunct="1">
                        <a:lnSpc>
                          <a:spcPct val="120000"/>
                        </a:lnSpc>
                        <a:spcBef>
                          <a:spcPct val="0"/>
                        </a:spcBef>
                        <a:spcAft>
                          <a:spcPct val="0"/>
                        </a:spcAft>
                        <a:buClr>
                          <a:schemeClr val="accent2"/>
                        </a:buClr>
                        <a:buSzTx/>
                        <a:buFontTx/>
                        <a:buNone/>
                        <a:tabLst/>
                      </a:pPr>
                      <a:r>
                        <a:rPr kumimoji="0" lang="en-US" altLang="ko-KR" sz="1000" b="0" i="0" u="none" strike="noStrike" cap="none" normalizeH="0" baseline="0" dirty="0" smtClean="0">
                          <a:ln>
                            <a:noFill/>
                          </a:ln>
                          <a:solidFill>
                            <a:srgbClr val="000000"/>
                          </a:solidFill>
                          <a:effectLst/>
                          <a:latin typeface="Arial" charset="0"/>
                          <a:ea typeface="돋움" pitchFamily="50" charset="-127"/>
                          <a:sym typeface="Wingdings" pitchFamily="2" charset="2"/>
                        </a:rPr>
                        <a:t>Lots of such applications exists and unless we do this on reference phone and make it better, the only advantage is Deployments and IP of test cases, test suite</a:t>
                      </a:r>
                    </a:p>
                  </a:txBody>
                  <a:tcPr marL="36153" marR="18077" marT="18073" marB="18073"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solidFill>
                      <a:schemeClr val="bg1">
                        <a:lumMod val="85000"/>
                      </a:schemeClr>
                    </a:solidFill>
                  </a:tcPr>
                </a:tc>
                <a:tc>
                  <a:txBody>
                    <a:bodyPr/>
                    <a:lstStyle/>
                    <a:p>
                      <a:pPr algn="ctr"/>
                      <a:r>
                        <a:rPr lang="en-US" sz="1200" b="1" dirty="0" smtClean="0"/>
                        <a:t>  Client</a:t>
                      </a:r>
                      <a:r>
                        <a:rPr lang="en-US" sz="1200" b="1" baseline="0" dirty="0" smtClean="0"/>
                        <a:t> Focus </a:t>
                      </a:r>
                      <a:endParaRPr lang="en-US" sz="1200" b="1" dirty="0"/>
                    </a:p>
                  </a:txBody>
                  <a:tcPr marL="18000" marR="18000" marT="17994" marB="17994"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algn="ctr"/>
                      <a:r>
                        <a:rPr lang="en-US" b="1" dirty="0" smtClean="0"/>
                        <a:t> </a:t>
                      </a:r>
                      <a:r>
                        <a:rPr lang="en-US" sz="1200" b="1" dirty="0" smtClean="0"/>
                        <a:t>Hardware</a:t>
                      </a:r>
                      <a:endParaRPr lang="en-US" sz="1200" b="1" dirty="0"/>
                    </a:p>
                  </a:txBody>
                  <a:tcPr marL="18000" marR="18000" marT="17994" marB="17994"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r>
              <a:tr h="407887">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algn="ctr" latinLnBrk="1"/>
                      <a:r>
                        <a:rPr lang="en-US" altLang="ko-KR" sz="1000" b="0" dirty="0" smtClean="0">
                          <a:latin typeface="+mn-lt"/>
                          <a:ea typeface="+mn-ea"/>
                        </a:rPr>
                        <a:t>Qualcomm</a:t>
                      </a:r>
                      <a:r>
                        <a:rPr lang="en-US" altLang="ko-KR" sz="1000" b="0" baseline="0" dirty="0" smtClean="0">
                          <a:latin typeface="+mn-lt"/>
                          <a:ea typeface="+mn-ea"/>
                        </a:rPr>
                        <a:t> / Sony </a:t>
                      </a:r>
                      <a:endParaRPr lang="ko-KR" altLang="en-US" sz="1000" b="0" dirty="0">
                        <a:latin typeface="+mn-lt"/>
                        <a:ea typeface="+mn-ea"/>
                      </a:endParaRPr>
                    </a:p>
                  </a:txBody>
                  <a:tcPr marL="18000" marR="18000" marT="17994" marB="17994"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0"/>
                        </a:spcBef>
                        <a:spcAft>
                          <a:spcPct val="0"/>
                        </a:spcAft>
                        <a:buClrTx/>
                        <a:buSzTx/>
                        <a:buFontTx/>
                        <a:buNone/>
                        <a:tabLst/>
                      </a:pPr>
                      <a:r>
                        <a:rPr kumimoji="0" lang="en-US" altLang="ko-KR" sz="1000" b="0" i="0" u="none" strike="noStrike" cap="none" normalizeH="0" baseline="0" dirty="0" smtClean="0">
                          <a:ln>
                            <a:noFill/>
                          </a:ln>
                          <a:solidFill>
                            <a:schemeClr val="tx1"/>
                          </a:solidFill>
                          <a:effectLst/>
                          <a:latin typeface="Arial" pitchFamily="34" charset="0"/>
                          <a:ea typeface="돋움" pitchFamily="50" charset="-127"/>
                          <a:cs typeface="Arial" pitchFamily="34" charset="0"/>
                        </a:rPr>
                        <a:t>RP3 / Dragon board </a:t>
                      </a:r>
                    </a:p>
                  </a:txBody>
                  <a:tcPr marL="18000" marR="18000" marT="17994" marB="17994"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r>
              <a:tr h="258618">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0" lang="en-US" altLang="ko-KR" sz="1000" b="0" i="0" u="none" strike="noStrike" kern="1200" cap="none" normalizeH="0" baseline="0" dirty="0" smtClean="0">
                          <a:ln>
                            <a:noFill/>
                          </a:ln>
                          <a:solidFill>
                            <a:schemeClr val="tx1"/>
                          </a:solidFill>
                          <a:effectLst/>
                          <a:latin typeface="Arial" pitchFamily="34" charset="0"/>
                          <a:ea typeface="돋움" pitchFamily="50" charset="-127"/>
                          <a:cs typeface="Arial" pitchFamily="34" charset="0"/>
                        </a:rPr>
                        <a:t>Xilinx </a:t>
                      </a:r>
                      <a:endParaRPr kumimoji="0" lang="ko-KR" altLang="en-US" sz="1000" b="0" i="0" u="none" strike="noStrike" kern="1200" cap="none" normalizeH="0" baseline="0" dirty="0" smtClean="0">
                        <a:ln>
                          <a:noFill/>
                        </a:ln>
                        <a:solidFill>
                          <a:schemeClr val="tx1"/>
                        </a:solidFill>
                        <a:effectLst/>
                        <a:latin typeface="Arial" pitchFamily="34" charset="0"/>
                        <a:ea typeface="돋움" pitchFamily="50" charset="-127"/>
                        <a:cs typeface="Arial" pitchFamily="34" charset="0"/>
                      </a:endParaRPr>
                    </a:p>
                  </a:txBody>
                  <a:tcPr marL="18000" marR="18000" marT="17994" marB="17994"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TlToBr>
                      <a:noFill/>
                    </a:lnTlToBr>
                    <a:lnBlToTr>
                      <a:noFill/>
                    </a:lnBlToTr>
                    <a:noFill/>
                  </a:tcPr>
                </a:tc>
                <a:tc>
                  <a:txBody>
                    <a:bodyPr/>
                    <a:lstStyle/>
                    <a:p>
                      <a:pPr marL="0" marR="0" lvl="0" indent="0" algn="ctr" defTabSz="914400" rtl="0" eaLnBrk="1" fontAlgn="base" latinLnBrk="1" hangingPunct="1">
                        <a:lnSpc>
                          <a:spcPct val="80000"/>
                        </a:lnSpc>
                        <a:spcBef>
                          <a:spcPct val="0"/>
                        </a:spcBef>
                        <a:spcAft>
                          <a:spcPct val="0"/>
                        </a:spcAft>
                        <a:buClrTx/>
                        <a:buSzTx/>
                        <a:buFontTx/>
                        <a:buNone/>
                        <a:tabLst/>
                        <a:defRPr/>
                      </a:pPr>
                      <a:r>
                        <a:rPr kumimoji="0" lang="en-US" sz="1000" b="0" i="0" u="none" strike="noStrike" kern="1200" cap="none" normalizeH="0" baseline="0" dirty="0" smtClean="0">
                          <a:ln>
                            <a:noFill/>
                          </a:ln>
                          <a:solidFill>
                            <a:schemeClr val="tx1"/>
                          </a:solidFill>
                          <a:effectLst/>
                          <a:latin typeface="Arial" pitchFamily="34" charset="0"/>
                          <a:ea typeface="돋움" pitchFamily="50" charset="-127"/>
                          <a:cs typeface="Arial" pitchFamily="34" charset="0"/>
                        </a:rPr>
                        <a:t>ZCU 106 chipset</a:t>
                      </a:r>
                      <a:endParaRPr kumimoji="0" lang="en-US" altLang="ko-KR" sz="1000" b="0" i="0" u="none" strike="noStrike" kern="1200" cap="none" normalizeH="0" baseline="0" dirty="0" smtClean="0">
                        <a:ln>
                          <a:noFill/>
                        </a:ln>
                        <a:solidFill>
                          <a:schemeClr val="tx1"/>
                        </a:solidFill>
                        <a:effectLst/>
                        <a:latin typeface="Arial" pitchFamily="34" charset="0"/>
                        <a:ea typeface="돋움" pitchFamily="50" charset="-127"/>
                        <a:cs typeface="Arial" pitchFamily="34" charset="0"/>
                      </a:endParaRPr>
                    </a:p>
                  </a:txBody>
                  <a:tcPr marL="18000" marR="18000" marT="17994" marB="17994"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r>
              <a:tr h="690728">
                <a:tc rowSpan="2">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smtClean="0">
                          <a:ln>
                            <a:noFill/>
                          </a:ln>
                          <a:solidFill>
                            <a:srgbClr val="000000"/>
                          </a:solidFill>
                          <a:effectLst/>
                          <a:latin typeface="Arial" charset="0"/>
                          <a:ea typeface="돋움" pitchFamily="50" charset="-127"/>
                        </a:rPr>
                        <a:t>Approach</a:t>
                      </a:r>
                    </a:p>
                  </a:txBody>
                  <a:tcPr marL="94682" marR="94682" marT="49222" marB="49222"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DDDDDD"/>
                    </a:solidFill>
                  </a:tcPr>
                </a:tc>
                <a:tc rowSpan="2">
                  <a:txBody>
                    <a:bodyPr/>
                    <a:lstStyle/>
                    <a:p>
                      <a:pPr marL="228600" marR="0" lvl="0" indent="-228600" algn="l" defTabSz="0" rtl="0" eaLnBrk="1" fontAlgn="base" latinLnBrk="1" hangingPunct="1">
                        <a:lnSpc>
                          <a:spcPct val="100000"/>
                        </a:lnSpc>
                        <a:spcBef>
                          <a:spcPct val="0"/>
                        </a:spcBef>
                        <a:spcAft>
                          <a:spcPct val="0"/>
                        </a:spcAft>
                        <a:buClrTx/>
                        <a:buSzTx/>
                        <a:buFont typeface="+mj-lt"/>
                        <a:buAutoNum type="arabicPeriod"/>
                        <a:tabLst/>
                      </a:pPr>
                      <a:r>
                        <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Create BT streaming (Prepare UDP streaming)</a:t>
                      </a:r>
                    </a:p>
                    <a:p>
                      <a:pPr marL="228600" marR="0" lvl="0" indent="-228600" algn="l" defTabSz="0" rtl="0" eaLnBrk="1" fontAlgn="base" latinLnBrk="1" hangingPunct="1">
                        <a:lnSpc>
                          <a:spcPct val="100000"/>
                        </a:lnSpc>
                        <a:spcBef>
                          <a:spcPct val="0"/>
                        </a:spcBef>
                        <a:spcAft>
                          <a:spcPct val="0"/>
                        </a:spcAft>
                        <a:buClrTx/>
                        <a:buSzTx/>
                        <a:buFont typeface="+mj-lt"/>
                        <a:buAutoNum type="arabicPeriod"/>
                        <a:tabLst/>
                      </a:pPr>
                      <a:r>
                        <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Create UDP streaming </a:t>
                      </a:r>
                    </a:p>
                    <a:p>
                      <a:pPr marL="228600" marR="0" lvl="0" indent="-228600" algn="l" defTabSz="0" rtl="0" eaLnBrk="1" fontAlgn="base" latinLnBrk="1" hangingPunct="1">
                        <a:lnSpc>
                          <a:spcPct val="100000"/>
                        </a:lnSpc>
                        <a:spcBef>
                          <a:spcPct val="0"/>
                        </a:spcBef>
                        <a:spcAft>
                          <a:spcPct val="0"/>
                        </a:spcAft>
                        <a:buClrTx/>
                        <a:buSzTx/>
                        <a:buFont typeface="+mj-lt"/>
                        <a:buAutoNum type="arabicPeriod"/>
                        <a:tabLst/>
                      </a:pPr>
                      <a:r>
                        <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Integrate Camera, write camera driver, </a:t>
                      </a:r>
                    </a:p>
                    <a:p>
                      <a:pPr marL="228600" marR="0" lvl="0" indent="-228600" algn="l" defTabSz="0" rtl="0" eaLnBrk="1" fontAlgn="base" latinLnBrk="1" hangingPunct="1">
                        <a:lnSpc>
                          <a:spcPct val="100000"/>
                        </a:lnSpc>
                        <a:spcBef>
                          <a:spcPct val="0"/>
                        </a:spcBef>
                        <a:spcAft>
                          <a:spcPct val="0"/>
                        </a:spcAft>
                        <a:buClrTx/>
                        <a:buSzTx/>
                        <a:buFont typeface="+mj-lt"/>
                        <a:buAutoNum type="arabicPeriod"/>
                        <a:tabLst/>
                      </a:pPr>
                      <a:r>
                        <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Changes to HAL / DSP (DSP to explore)</a:t>
                      </a:r>
                    </a:p>
                    <a:p>
                      <a:pPr marL="228600" marR="0" lvl="0" indent="-228600" algn="l" defTabSz="0" rtl="0" eaLnBrk="1" fontAlgn="base" latinLnBrk="1" hangingPunct="1">
                        <a:lnSpc>
                          <a:spcPct val="100000"/>
                        </a:lnSpc>
                        <a:spcBef>
                          <a:spcPct val="0"/>
                        </a:spcBef>
                        <a:spcAft>
                          <a:spcPct val="0"/>
                        </a:spcAft>
                        <a:buClrTx/>
                        <a:buSzTx/>
                        <a:buFont typeface="+mj-lt"/>
                        <a:buAutoNum type="arabicPeriod"/>
                        <a:tabLst/>
                      </a:pPr>
                      <a:r>
                        <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Changes to v4l2</a:t>
                      </a:r>
                    </a:p>
                    <a:p>
                      <a:pPr marL="228600" marR="0" lvl="0" indent="-228600" algn="l" defTabSz="0" rtl="0" eaLnBrk="1" fontAlgn="base" latinLnBrk="1" hangingPunct="1">
                        <a:lnSpc>
                          <a:spcPct val="100000"/>
                        </a:lnSpc>
                        <a:spcBef>
                          <a:spcPct val="0"/>
                        </a:spcBef>
                        <a:spcAft>
                          <a:spcPct val="0"/>
                        </a:spcAft>
                        <a:buClrTx/>
                        <a:buSzTx/>
                        <a:buFont typeface="+mj-lt"/>
                        <a:buAutoNum type="arabicPeriod"/>
                        <a:tabLst/>
                      </a:pPr>
                      <a:r>
                        <a:rPr kumimoji="0" lang="en-US" altLang="en-US" sz="1000" b="0" i="0" u="none" strike="noStrike" kern="1200" cap="none" normalizeH="0" baseline="0" dirty="0" smtClean="0">
                          <a:ln>
                            <a:noFill/>
                          </a:ln>
                          <a:solidFill>
                            <a:srgbClr val="000000"/>
                          </a:solidFill>
                          <a:effectLst/>
                          <a:latin typeface="Arial" charset="0"/>
                          <a:ea typeface="Dotum" pitchFamily="50" charset="-127"/>
                          <a:cs typeface="+mn-cs"/>
                          <a:sym typeface="Arial" pitchFamily="34" charset="0"/>
                        </a:rPr>
                        <a:t>Build &amp; porting /Testing</a:t>
                      </a:r>
                    </a:p>
                  </a:txBody>
                  <a:tcPr marL="36153" marR="18077" marT="18073" marB="18073" anchor="ctr" horzOverflow="overflow">
                    <a:lnL w="3175" cap="flat" cmpd="sng" algn="ctr">
                      <a:solidFill>
                        <a:srgbClr val="7F7F7F"/>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58850" rtl="0" eaLnBrk="1" fontAlgn="base" latinLnBrk="0" hangingPunct="1">
                        <a:lnSpc>
                          <a:spcPct val="120000"/>
                        </a:lnSpc>
                        <a:spcBef>
                          <a:spcPct val="0"/>
                        </a:spcBef>
                        <a:spcAft>
                          <a:spcPct val="0"/>
                        </a:spcAft>
                        <a:buClr>
                          <a:schemeClr val="accent2"/>
                        </a:buClr>
                        <a:buSzTx/>
                        <a:buFontTx/>
                        <a:buNone/>
                        <a:tabLst/>
                        <a:defRPr/>
                      </a:pPr>
                      <a:r>
                        <a:rPr kumimoji="0" lang="en-US" altLang="ko-KR" sz="1000" b="0" i="0" u="none" strike="noStrike" kern="1200" cap="none" normalizeH="0" baseline="0" dirty="0" smtClean="0">
                          <a:ln>
                            <a:noFill/>
                          </a:ln>
                          <a:solidFill>
                            <a:srgbClr val="000000"/>
                          </a:solidFill>
                          <a:effectLst/>
                          <a:latin typeface="Arial" charset="0"/>
                          <a:ea typeface="Dotum" pitchFamily="50" charset="-127"/>
                          <a:cs typeface="+mn-cs"/>
                          <a:sym typeface="Wingdings" pitchFamily="2" charset="2"/>
                        </a:rPr>
                        <a:t>Hiring Dependencies</a:t>
                      </a:r>
                    </a:p>
                  </a:txBody>
                  <a:tcPr marL="36000" marR="18000" marT="17997" marB="17997"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85725" marR="0" lvl="0" indent="-85725" algn="ctr" defTabSz="958850" rtl="0" eaLnBrk="1" fontAlgn="base" latinLnBrk="0" hangingPunct="1">
                        <a:lnSpc>
                          <a:spcPct val="120000"/>
                        </a:lnSpc>
                        <a:spcBef>
                          <a:spcPct val="0"/>
                        </a:spcBef>
                        <a:spcAft>
                          <a:spcPct val="0"/>
                        </a:spcAft>
                        <a:buClr>
                          <a:schemeClr val="accent2"/>
                        </a:buClr>
                        <a:buSzTx/>
                        <a:buFontTx/>
                        <a:buNone/>
                        <a:tabLst/>
                        <a:defRPr/>
                      </a:pPr>
                      <a:r>
                        <a:rPr kumimoji="0" lang="en-US" altLang="ko-KR" sz="1000" b="0" i="0" u="none" strike="noStrike" kern="1200" cap="none" normalizeH="0" baseline="0" dirty="0" smtClean="0">
                          <a:ln>
                            <a:noFill/>
                          </a:ln>
                          <a:solidFill>
                            <a:srgbClr val="000000"/>
                          </a:solidFill>
                          <a:effectLst/>
                          <a:latin typeface="Arial" charset="0"/>
                          <a:ea typeface="Dotum" pitchFamily="50" charset="-127"/>
                          <a:cs typeface="+mn-cs"/>
                          <a:sym typeface="Wingdings" pitchFamily="2" charset="2"/>
                        </a:rPr>
                        <a:t>HAL / DSP engineer hiring by November</a:t>
                      </a:r>
                    </a:p>
                  </a:txBody>
                  <a:tcPr marL="36000" marR="18000" marT="17997" marB="17997"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r>
              <a:tr h="0">
                <a:tc vMerge="1">
                  <a:txBody>
                    <a:bodyPr/>
                    <a:lstStyle/>
                    <a:p>
                      <a:endParaRPr lang="en-IN"/>
                    </a:p>
                  </a:txBody>
                  <a:tcPr/>
                </a:tc>
                <a:tc vMerge="1">
                  <a:txBody>
                    <a:bodyPr/>
                    <a:lstStyle/>
                    <a:p>
                      <a:endParaRPr lang="en-IN"/>
                    </a:p>
                  </a:txBody>
                  <a:tcPr/>
                </a:tc>
                <a:tc vMerge="1">
                  <a:txBody>
                    <a:bodyPr/>
                    <a:lstStyle/>
                    <a:p>
                      <a:endParaRPr lang="en-IN"/>
                    </a:p>
                  </a:txBody>
                  <a:tcPr/>
                </a:tc>
                <a:tc rowSpan="2" gridSpan="2">
                  <a:txBody>
                    <a:bodyPr/>
                    <a:lstStyle/>
                    <a:p>
                      <a:pPr marL="0" indent="0" latinLnBrk="1">
                        <a:buNone/>
                      </a:pPr>
                      <a:r>
                        <a:rPr lang="en-US" altLang="ko-KR" sz="1000" b="0" dirty="0" smtClean="0">
                          <a:latin typeface="+mn-lt"/>
                          <a:ea typeface="+mn-ea"/>
                        </a:rPr>
                        <a:t>Budget</a:t>
                      </a:r>
                      <a:r>
                        <a:rPr lang="en-US" altLang="ko-KR" sz="1000" b="0" baseline="0" dirty="0" smtClean="0">
                          <a:latin typeface="+mn-lt"/>
                          <a:ea typeface="+mn-ea"/>
                        </a:rPr>
                        <a:t>: Hardware  </a:t>
                      </a:r>
                      <a:r>
                        <a:rPr lang="en-US" altLang="ko-KR" sz="1000" b="1" baseline="0" dirty="0" smtClean="0">
                          <a:latin typeface="+mn-lt"/>
                          <a:ea typeface="+mn-ea"/>
                        </a:rPr>
                        <a:t>25k -40k, peripherals, BT audio, 4A camera and other needs</a:t>
                      </a:r>
                    </a:p>
                    <a:p>
                      <a:pPr marL="0" indent="0" latinLnBrk="1">
                        <a:buNone/>
                      </a:pPr>
                      <a:r>
                        <a:rPr lang="en-US" altLang="ko-KR" sz="1000" b="0" baseline="0" dirty="0" smtClean="0">
                          <a:latin typeface="+mn-lt"/>
                          <a:ea typeface="+mn-ea"/>
                        </a:rPr>
                        <a:t>Budget with </a:t>
                      </a:r>
                      <a:r>
                        <a:rPr lang="en-US" altLang="ko-KR" sz="1000" b="1" baseline="0" dirty="0" smtClean="0">
                          <a:latin typeface="+mn-lt"/>
                          <a:ea typeface="+mn-ea"/>
                        </a:rPr>
                        <a:t>Xilinx</a:t>
                      </a:r>
                      <a:r>
                        <a:rPr lang="en-US" altLang="ko-KR" sz="1000" b="0" baseline="0" dirty="0" smtClean="0">
                          <a:latin typeface="+mn-lt"/>
                          <a:ea typeface="+mn-ea"/>
                        </a:rPr>
                        <a:t>:  +500,000 INR + operations</a:t>
                      </a:r>
                    </a:p>
                    <a:p>
                      <a:pPr marL="0" indent="0" latinLnBrk="1">
                        <a:buNone/>
                      </a:pPr>
                      <a:r>
                        <a:rPr lang="en-US" altLang="ko-KR" sz="1000" b="0" baseline="0" dirty="0" smtClean="0">
                          <a:latin typeface="+mn-lt"/>
                          <a:ea typeface="+mn-ea"/>
                        </a:rPr>
                        <a:t>Budget with </a:t>
                      </a:r>
                      <a:r>
                        <a:rPr lang="en-US" altLang="ko-KR" sz="1000" b="1" baseline="0" dirty="0" err="1" smtClean="0">
                          <a:latin typeface="+mn-lt"/>
                          <a:ea typeface="+mn-ea"/>
                        </a:rPr>
                        <a:t>Nvidia</a:t>
                      </a:r>
                      <a:r>
                        <a:rPr lang="en-US" altLang="ko-KR" sz="1000" b="0" baseline="0" dirty="0" smtClean="0">
                          <a:latin typeface="+mn-lt"/>
                          <a:ea typeface="+mn-ea"/>
                        </a:rPr>
                        <a:t>:   TBD</a:t>
                      </a:r>
                    </a:p>
                    <a:p>
                      <a:pPr marL="0" indent="0" latinLnBrk="1">
                        <a:buNone/>
                      </a:pPr>
                      <a:r>
                        <a:rPr lang="en-US" altLang="ko-KR" sz="1000" b="1" baseline="0" dirty="0" smtClean="0">
                          <a:latin typeface="+mn-lt"/>
                          <a:ea typeface="+mn-ea"/>
                        </a:rPr>
                        <a:t>Note on Deployment:</a:t>
                      </a:r>
                      <a:r>
                        <a:rPr lang="en-US" altLang="ko-KR" sz="1000" b="0" baseline="0" dirty="0" smtClean="0">
                          <a:latin typeface="+mn-lt"/>
                          <a:ea typeface="+mn-ea"/>
                        </a:rPr>
                        <a:t> B&amp;I, DevOps, C, Python, Drivers. Testing are common skills already with the engineers ready for deployment. Deployments in the below section are newly added skills</a:t>
                      </a:r>
                    </a:p>
                  </a:txBody>
                  <a:tcPr marL="36153" marR="18077" marT="18073" marB="18073" anchor="ctr" horzOverflow="overflow">
                    <a:lnL w="3175" cap="flat" cmpd="sng" algn="ctr">
                      <a:solidFill>
                        <a:schemeClr val="bg1">
                          <a:lumMod val="50000"/>
                        </a:schemeClr>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noFill/>
                  </a:tcPr>
                </a:tc>
                <a:tc rowSpan="2" hMerge="1">
                  <a:txBody>
                    <a:bodyPr/>
                    <a:lstStyle/>
                    <a:p>
                      <a:endParaRPr lang="en-IN"/>
                    </a:p>
                  </a:txBody>
                  <a:tcPr/>
                </a:tc>
              </a:tr>
              <a:tr h="1512899">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smtClean="0">
                          <a:ln>
                            <a:noFill/>
                          </a:ln>
                          <a:solidFill>
                            <a:schemeClr val="tx1"/>
                          </a:solidFill>
                          <a:effectLst/>
                          <a:latin typeface="Arial" charset="0"/>
                          <a:ea typeface="돋움" pitchFamily="50" charset="-127"/>
                        </a:rPr>
                        <a:t>Benefit</a:t>
                      </a:r>
                    </a:p>
                  </a:txBody>
                  <a:tcPr marL="94682" marR="94682" marT="49222" marB="49222"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solidFill>
                      <a:srgbClr val="DDDDDD"/>
                    </a:solidFill>
                  </a:tcPr>
                </a:tc>
                <a:tc>
                  <a:txBody>
                    <a:bodyPr/>
                    <a:lstStyle/>
                    <a:p>
                      <a:pPr marL="228600" marR="0" lvl="0" indent="-228600" algn="l" defTabSz="0" rtl="0" eaLnBrk="1" fontAlgn="base" latinLnBrk="1" hangingPunct="1">
                        <a:lnSpc>
                          <a:spcPct val="100000"/>
                        </a:lnSpc>
                        <a:spcBef>
                          <a:spcPct val="0"/>
                        </a:spcBef>
                        <a:spcAft>
                          <a:spcPct val="0"/>
                        </a:spcAft>
                        <a:buClrTx/>
                        <a:buSzTx/>
                        <a:buFont typeface="Wingdings" panose="05000000000000000000" pitchFamily="2" charset="2"/>
                        <a:buChar char="§"/>
                        <a:tabLst/>
                        <a:defRPr/>
                      </a:pPr>
                      <a:r>
                        <a:rPr kumimoji="0" lang="en-US" altLang="ko-KR" sz="1000" b="0" i="0" u="none" strike="noStrike" kern="1200" cap="none" normalizeH="0" baseline="0" noProof="0" dirty="0" smtClean="0">
                          <a:ln>
                            <a:noFill/>
                          </a:ln>
                          <a:solidFill>
                            <a:srgbClr val="000000"/>
                          </a:solidFill>
                          <a:effectLst/>
                          <a:latin typeface="Arial" charset="0"/>
                          <a:ea typeface="Dotum" pitchFamily="50" charset="-127"/>
                          <a:cs typeface="+mn-cs"/>
                          <a:sym typeface="Wingdings" pitchFamily="2" charset="2"/>
                        </a:rPr>
                        <a:t>Business Value : We are creating in house skills of ARM, Android, Multimedia, HAL, Kernel and Camera driver and Camera functionality for the first time and that will provide opportunity to create deployments about (15-20) </a:t>
                      </a:r>
                    </a:p>
                    <a:p>
                      <a:pPr marL="228600" marR="0" lvl="0" indent="-228600" algn="l" defTabSz="0" rtl="0" eaLnBrk="1" fontAlgn="base" latinLnBrk="1" hangingPunct="1">
                        <a:lnSpc>
                          <a:spcPct val="100000"/>
                        </a:lnSpc>
                        <a:spcBef>
                          <a:spcPct val="0"/>
                        </a:spcBef>
                        <a:spcAft>
                          <a:spcPct val="0"/>
                        </a:spcAft>
                        <a:buClrTx/>
                        <a:buSzTx/>
                        <a:buFont typeface="Wingdings" panose="05000000000000000000" pitchFamily="2" charset="2"/>
                        <a:buChar char="§"/>
                        <a:tabLst/>
                        <a:defRPr/>
                      </a:pPr>
                      <a:endParaRPr kumimoji="0" lang="en-US" altLang="ko-KR" sz="1000" b="0" i="0" u="none" strike="noStrike" kern="1200" cap="none" normalizeH="0" baseline="0" noProof="0" dirty="0" smtClean="0">
                        <a:ln>
                          <a:noFill/>
                        </a:ln>
                        <a:solidFill>
                          <a:srgbClr val="000000"/>
                        </a:solidFill>
                        <a:effectLst/>
                        <a:latin typeface="Arial" charset="0"/>
                        <a:ea typeface="Dotum" pitchFamily="50" charset="-127"/>
                        <a:cs typeface="+mn-cs"/>
                        <a:sym typeface="Wingdings" pitchFamily="2" charset="2"/>
                      </a:endParaRPr>
                    </a:p>
                    <a:p>
                      <a:pPr marL="228600" marR="0" lvl="0" indent="-228600" algn="l" defTabSz="0" rtl="0" eaLnBrk="1" fontAlgn="base" latinLnBrk="1" hangingPunct="1">
                        <a:lnSpc>
                          <a:spcPct val="100000"/>
                        </a:lnSpc>
                        <a:spcBef>
                          <a:spcPct val="0"/>
                        </a:spcBef>
                        <a:spcAft>
                          <a:spcPct val="0"/>
                        </a:spcAft>
                        <a:buClrTx/>
                        <a:buSzTx/>
                        <a:buFont typeface="Wingdings" panose="05000000000000000000" pitchFamily="2" charset="2"/>
                        <a:buChar char="§"/>
                        <a:tabLst/>
                        <a:defRPr/>
                      </a:pPr>
                      <a:r>
                        <a:rPr kumimoji="0" lang="en-US" altLang="ko-KR" sz="1000" b="0" i="0" u="none" strike="noStrike" kern="1200" cap="none" normalizeH="0" baseline="0" noProof="0" dirty="0" smtClean="0">
                          <a:ln>
                            <a:noFill/>
                          </a:ln>
                          <a:solidFill>
                            <a:srgbClr val="000000"/>
                          </a:solidFill>
                          <a:effectLst/>
                          <a:latin typeface="Arial" charset="0"/>
                          <a:ea typeface="Dotum" pitchFamily="50" charset="-127"/>
                          <a:cs typeface="+mn-cs"/>
                          <a:sym typeface="Wingdings" pitchFamily="2" charset="2"/>
                        </a:rPr>
                        <a:t>Technical value: Expertise in entry into MM, kernel, DSP, HAL and the test suite is of immense use. </a:t>
                      </a:r>
                    </a:p>
                    <a:p>
                      <a:pPr marL="228600" marR="0" lvl="0" indent="-228600" algn="l" defTabSz="0" rtl="0" eaLnBrk="1" fontAlgn="base" latinLnBrk="1" hangingPunct="1">
                        <a:lnSpc>
                          <a:spcPct val="100000"/>
                        </a:lnSpc>
                        <a:spcBef>
                          <a:spcPct val="0"/>
                        </a:spcBef>
                        <a:spcAft>
                          <a:spcPct val="0"/>
                        </a:spcAft>
                        <a:buClrTx/>
                        <a:buSzTx/>
                        <a:buFont typeface="Wingdings" panose="05000000000000000000" pitchFamily="2" charset="2"/>
                        <a:buChar char="§"/>
                        <a:tabLst/>
                        <a:defRPr/>
                      </a:pPr>
                      <a:r>
                        <a:rPr kumimoji="0" lang="en-US" altLang="ko-KR" sz="1000" b="0" i="0" u="none" strike="noStrike" kern="1200" cap="none" normalizeH="0" baseline="0" noProof="0" dirty="0" smtClean="0">
                          <a:ln>
                            <a:noFill/>
                          </a:ln>
                          <a:solidFill>
                            <a:srgbClr val="000000"/>
                          </a:solidFill>
                          <a:effectLst/>
                          <a:latin typeface="Arial" charset="0"/>
                          <a:ea typeface="Dotum" pitchFamily="50" charset="-127"/>
                          <a:cs typeface="+mn-cs"/>
                          <a:sym typeface="Wingdings" pitchFamily="2" charset="2"/>
                        </a:rPr>
                        <a:t>Creating IP.</a:t>
                      </a:r>
                    </a:p>
                    <a:p>
                      <a:pPr marL="228600" marR="0" lvl="0" indent="-228600" algn="l" defTabSz="0" rtl="0" eaLnBrk="1" fontAlgn="base" latinLnBrk="1" hangingPunct="1">
                        <a:lnSpc>
                          <a:spcPct val="100000"/>
                        </a:lnSpc>
                        <a:spcBef>
                          <a:spcPct val="0"/>
                        </a:spcBef>
                        <a:spcAft>
                          <a:spcPct val="0"/>
                        </a:spcAft>
                        <a:buClrTx/>
                        <a:buSzTx/>
                        <a:buFont typeface="Wingdings" panose="05000000000000000000" pitchFamily="2" charset="2"/>
                        <a:buChar char="§"/>
                        <a:tabLst/>
                        <a:defRPr/>
                      </a:pPr>
                      <a:r>
                        <a:rPr kumimoji="0" lang="en-US" altLang="ko-KR" sz="1000" b="0" i="0" u="none" strike="noStrike" kern="1200" cap="none" normalizeH="0" baseline="0" noProof="0" dirty="0" smtClean="0">
                          <a:ln>
                            <a:noFill/>
                          </a:ln>
                          <a:solidFill>
                            <a:srgbClr val="000000"/>
                          </a:solidFill>
                          <a:effectLst/>
                          <a:latin typeface="Arial" charset="0"/>
                          <a:ea typeface="Dotum" pitchFamily="50" charset="-127"/>
                          <a:cs typeface="+mn-cs"/>
                          <a:sym typeface="Wingdings" pitchFamily="2" charset="2"/>
                        </a:rPr>
                        <a:t>Open source submissions. </a:t>
                      </a:r>
                    </a:p>
                    <a:p>
                      <a:pPr marL="228600" marR="0" lvl="0" indent="-228600" algn="l" defTabSz="0" rtl="0" eaLnBrk="1" fontAlgn="base" latinLnBrk="1" hangingPunct="1">
                        <a:lnSpc>
                          <a:spcPct val="100000"/>
                        </a:lnSpc>
                        <a:spcBef>
                          <a:spcPct val="0"/>
                        </a:spcBef>
                        <a:spcAft>
                          <a:spcPct val="0"/>
                        </a:spcAft>
                        <a:buClrTx/>
                        <a:buSzTx/>
                        <a:buFont typeface="Wingdings" panose="05000000000000000000" pitchFamily="2" charset="2"/>
                        <a:buChar char="§"/>
                        <a:tabLst/>
                        <a:defRPr/>
                      </a:pPr>
                      <a:r>
                        <a:rPr kumimoji="0" lang="en-US" altLang="ko-KR" sz="1000" b="0" i="0" u="none" strike="noStrike" kern="1200" cap="none" normalizeH="0" baseline="0" noProof="0" dirty="0" smtClean="0">
                          <a:ln>
                            <a:noFill/>
                          </a:ln>
                          <a:solidFill>
                            <a:srgbClr val="000000"/>
                          </a:solidFill>
                          <a:effectLst/>
                          <a:latin typeface="Arial" charset="0"/>
                          <a:ea typeface="Dotum" pitchFamily="50" charset="-127"/>
                          <a:cs typeface="+mn-cs"/>
                          <a:sym typeface="Wingdings" pitchFamily="2" charset="2"/>
                        </a:rPr>
                        <a:t>Deployments</a:t>
                      </a:r>
                    </a:p>
                    <a:p>
                      <a:pPr marL="685800" marR="0" lvl="1" indent="-228600" algn="l" defTabSz="95885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altLang="ko-KR" sz="1000" b="0" i="0" u="none" strike="noStrike" kern="1200" cap="none" spc="0" normalizeH="0" baseline="0" noProof="0" dirty="0" smtClean="0">
                        <a:ln>
                          <a:noFill/>
                        </a:ln>
                        <a:solidFill>
                          <a:schemeClr val="tx1"/>
                        </a:solidFill>
                        <a:effectLst/>
                        <a:uLnTx/>
                        <a:uFillTx/>
                        <a:latin typeface="Arial" charset="0"/>
                        <a:ea typeface="Dotum" pitchFamily="50" charset="-127"/>
                        <a:cs typeface="+mn-cs"/>
                        <a:sym typeface="Wingdings" pitchFamily="2" charset="2"/>
                      </a:endParaRPr>
                    </a:p>
                  </a:txBody>
                  <a:tcPr marL="36153" marR="18077" marT="18073" marB="18073" anchor="ctr" horzOverflow="overflow">
                    <a:lnL w="3175" cap="flat" cmpd="sng" algn="ctr">
                      <a:solidFill>
                        <a:srgbClr val="7F7F7F"/>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tc gridSpan="2" vMerge="1">
                  <a:txBody>
                    <a:bodyPr/>
                    <a:lstStyle/>
                    <a:p>
                      <a:pPr marL="0" indent="0" latinLnBrk="1">
                        <a:buNone/>
                      </a:pPr>
                      <a:endParaRPr lang="en-US" altLang="ko-KR" sz="1000" b="0" baseline="0" dirty="0" smtClean="0">
                        <a:latin typeface="+mn-lt"/>
                        <a:ea typeface="+mn-ea"/>
                      </a:endParaRPr>
                    </a:p>
                  </a:txBody>
                  <a:tcPr marL="36153" marR="18077" marT="18073" marB="18073" anchor="ctr" horzOverflow="overflow">
                    <a:lnL w="3175" cap="flat" cmpd="sng" algn="ctr">
                      <a:solidFill>
                        <a:schemeClr val="bg1">
                          <a:lumMod val="50000"/>
                        </a:schemeClr>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noFill/>
                  </a:tcPr>
                </a:tc>
                <a:tc hMerge="1" vMerge="1">
                  <a:txBody>
                    <a:bodyPr/>
                    <a:lstStyle/>
                    <a:p>
                      <a:pPr latinLnBrk="1"/>
                      <a:endParaRPr lang="ko-KR" altLang="en-US"/>
                    </a:p>
                  </a:txBody>
                  <a:tcPr/>
                </a:tc>
              </a:tr>
            </a:tbl>
          </a:graphicData>
        </a:graphic>
      </p:graphicFrame>
      <p:graphicFrame>
        <p:nvGraphicFramePr>
          <p:cNvPr id="49" name="Group 171"/>
          <p:cNvGraphicFramePr>
            <a:graphicFrameLocks noGrp="1"/>
          </p:cNvGraphicFramePr>
          <p:nvPr>
            <p:extLst>
              <p:ext uri="{D42A27DB-BD31-4B8C-83A1-F6EECF244321}">
                <p14:modId xmlns:p14="http://schemas.microsoft.com/office/powerpoint/2010/main" val="3446730879"/>
              </p:ext>
            </p:extLst>
          </p:nvPr>
        </p:nvGraphicFramePr>
        <p:xfrm>
          <a:off x="128588" y="548680"/>
          <a:ext cx="9648825" cy="1008698"/>
        </p:xfrm>
        <a:graphic>
          <a:graphicData uri="http://schemas.openxmlformats.org/drawingml/2006/table">
            <a:tbl>
              <a:tblPr/>
              <a:tblGrid>
                <a:gridCol w="935980"/>
                <a:gridCol w="2661295"/>
                <a:gridCol w="1083121"/>
                <a:gridCol w="2350641"/>
                <a:gridCol w="1076325"/>
                <a:gridCol w="1541463"/>
              </a:tblGrid>
              <a:tr h="261938">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smtClean="0">
                          <a:ln>
                            <a:noFill/>
                          </a:ln>
                          <a:solidFill>
                            <a:srgbClr val="000000"/>
                          </a:solidFill>
                          <a:effectLst/>
                          <a:latin typeface="+mj-lt"/>
                          <a:ea typeface="맑은 고딕" pitchFamily="50" charset="-127"/>
                          <a:cs typeface="Arial" pitchFamily="34" charset="0"/>
                        </a:rPr>
                        <a:t>Project name</a:t>
                      </a: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rgbClr val="000000"/>
                          </a:solidFill>
                          <a:effectLst/>
                          <a:latin typeface="+mj-lt"/>
                          <a:ea typeface="맑은 고딕" pitchFamily="50" charset="-127"/>
                          <a:cs typeface="Arial" pitchFamily="34" charset="0"/>
                        </a:rPr>
                        <a:t>4A Camera  SW  development</a:t>
                      </a: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noFill/>
                  </a:tcPr>
                </a:tc>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smtClean="0">
                          <a:ln>
                            <a:noFill/>
                          </a:ln>
                          <a:solidFill>
                            <a:schemeClr val="tx1"/>
                          </a:solidFill>
                          <a:effectLst/>
                          <a:latin typeface="+mj-lt"/>
                          <a:ea typeface="맑은 고딕" pitchFamily="50" charset="-127"/>
                          <a:cs typeface="Arial" pitchFamily="34" charset="0"/>
                        </a:rPr>
                        <a:t>Organization</a:t>
                      </a: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mj-lt"/>
                          <a:ea typeface="맑은 고딕" pitchFamily="50" charset="-127"/>
                          <a:cs typeface="Arial" pitchFamily="34" charset="0"/>
                        </a:rPr>
                        <a:t>VT</a:t>
                      </a:r>
                      <a:endParaRPr kumimoji="1" lang="ko-KR" altLang="en-US" sz="1000" b="0" i="0" u="none" strike="noStrike" cap="none" normalizeH="0" baseline="0" dirty="0" smtClean="0">
                        <a:ln>
                          <a:noFill/>
                        </a:ln>
                        <a:solidFill>
                          <a:schemeClr val="tx1"/>
                        </a:solidFill>
                        <a:effectLst/>
                        <a:latin typeface="+mj-lt"/>
                        <a:ea typeface="맑은 고딕" pitchFamily="50" charset="-127"/>
                        <a:cs typeface="Arial" pitchFamily="34" charset="0"/>
                      </a:endParaRP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noFill/>
                  </a:tcPr>
                </a:tc>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smtClean="0">
                          <a:ln>
                            <a:noFill/>
                          </a:ln>
                          <a:solidFill>
                            <a:schemeClr val="tx1"/>
                          </a:solidFill>
                          <a:effectLst/>
                          <a:latin typeface="+mj-lt"/>
                          <a:ea typeface="맑은 고딕" pitchFamily="50" charset="-127"/>
                          <a:cs typeface="Arial" pitchFamily="34" charset="0"/>
                        </a:rPr>
                        <a:t>PM:</a:t>
                      </a:r>
                    </a:p>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smtClean="0">
                          <a:ln>
                            <a:noFill/>
                          </a:ln>
                          <a:solidFill>
                            <a:schemeClr val="tx1"/>
                          </a:solidFill>
                          <a:effectLst/>
                          <a:latin typeface="+mj-lt"/>
                          <a:ea typeface="맑은 고딕" pitchFamily="50" charset="-127"/>
                          <a:cs typeface="Arial" pitchFamily="34" charset="0"/>
                        </a:rPr>
                        <a:t>Sr. Architect:</a:t>
                      </a: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58850" rtl="0" eaLnBrk="1" fontAlgn="base" latinLnBrk="1" hangingPunct="1">
                        <a:lnSpc>
                          <a:spcPct val="100000"/>
                        </a:lnSpc>
                        <a:spcBef>
                          <a:spcPct val="20000"/>
                        </a:spcBef>
                        <a:spcAft>
                          <a:spcPct val="0"/>
                        </a:spcAft>
                        <a:buClrTx/>
                        <a:buSzTx/>
                        <a:buFontTx/>
                        <a:buNone/>
                        <a:tabLst/>
                        <a:defRPr/>
                      </a:pPr>
                      <a:r>
                        <a:rPr kumimoji="1" lang="en-US" altLang="ko-KR" sz="1000" b="0" i="0" u="none" strike="noStrike" kern="1200" cap="none" normalizeH="0" baseline="0" dirty="0" smtClean="0">
                          <a:ln>
                            <a:noFill/>
                          </a:ln>
                          <a:solidFill>
                            <a:schemeClr val="tx1"/>
                          </a:solidFill>
                          <a:effectLst/>
                          <a:latin typeface="+mn-lt"/>
                          <a:ea typeface="맑은 고딕" pitchFamily="50" charset="-127"/>
                          <a:cs typeface="Arial" pitchFamily="34" charset="0"/>
                        </a:rPr>
                        <a:t>Hitul</a:t>
                      </a:r>
                      <a:endParaRPr kumimoji="1" lang="en-US" altLang="ko-KR" sz="1000" b="0" i="0" u="none" strike="noStrike" kern="1200" cap="none" normalizeH="0" baseline="0" dirty="0" smtClean="0">
                        <a:ln>
                          <a:noFill/>
                        </a:ln>
                        <a:solidFill>
                          <a:schemeClr val="tx1"/>
                        </a:solidFill>
                        <a:effectLst/>
                        <a:latin typeface="+mj-lt"/>
                        <a:ea typeface="맑은 고딕" pitchFamily="50" charset="-127"/>
                        <a:cs typeface="Arial" pitchFamily="34" charset="0"/>
                      </a:endParaRPr>
                    </a:p>
                    <a:p>
                      <a:pPr marL="0" marR="0" lvl="0" indent="0" algn="ctr" defTabSz="958850" rtl="0" eaLnBrk="1" fontAlgn="base" latinLnBrk="1" hangingPunct="1">
                        <a:lnSpc>
                          <a:spcPct val="100000"/>
                        </a:lnSpc>
                        <a:spcBef>
                          <a:spcPct val="20000"/>
                        </a:spcBef>
                        <a:spcAft>
                          <a:spcPct val="0"/>
                        </a:spcAft>
                        <a:buClrTx/>
                        <a:buSzTx/>
                        <a:buFontTx/>
                        <a:buNone/>
                        <a:tabLst/>
                        <a:defRPr/>
                      </a:pPr>
                      <a:r>
                        <a:rPr kumimoji="1" lang="en-US" altLang="ko-KR" sz="1000" b="0" i="0" u="none" strike="noStrike" kern="1200" cap="none" normalizeH="0" baseline="0" smtClean="0">
                          <a:ln>
                            <a:noFill/>
                          </a:ln>
                          <a:solidFill>
                            <a:schemeClr val="tx1"/>
                          </a:solidFill>
                          <a:effectLst/>
                          <a:latin typeface="+mj-lt"/>
                          <a:ea typeface="맑은 고딕" pitchFamily="50" charset="-127"/>
                          <a:cs typeface="Arial" pitchFamily="34" charset="0"/>
                        </a:rPr>
                        <a:t>TBD</a:t>
                      </a:r>
                      <a:endParaRPr kumimoji="1" lang="ko-KR" altLang="en-US" sz="1000" b="0" i="0" u="none" strike="noStrike" kern="1200" cap="none" normalizeH="0" baseline="0" dirty="0" smtClean="0">
                        <a:ln>
                          <a:noFill/>
                        </a:ln>
                        <a:solidFill>
                          <a:schemeClr val="tx1"/>
                        </a:solidFill>
                        <a:effectLst/>
                        <a:latin typeface="+mn-lt"/>
                        <a:ea typeface="맑은 고딕" pitchFamily="50" charset="-127"/>
                        <a:cs typeface="Arial" pitchFamily="34" charset="0"/>
                      </a:endParaRP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noFill/>
                  </a:tcPr>
                </a:tc>
              </a:tr>
              <a:tr h="261938">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smtClean="0">
                          <a:ln>
                            <a:noFill/>
                          </a:ln>
                          <a:solidFill>
                            <a:schemeClr val="tx1"/>
                          </a:solidFill>
                          <a:effectLst/>
                          <a:latin typeface="+mj-lt"/>
                          <a:ea typeface="맑은 고딕" pitchFamily="50" charset="-127"/>
                          <a:cs typeface="Arial" pitchFamily="34" charset="0"/>
                        </a:rPr>
                        <a:t>Tech Area</a:t>
                      </a: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mj-lt"/>
                          <a:ea typeface="맑은 고딕" pitchFamily="50" charset="-127"/>
                          <a:cs typeface="Arial" pitchFamily="34" charset="0"/>
                        </a:rPr>
                        <a:t>Embedded / MM / Kernel development</a:t>
                      </a: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noFill/>
                  </a:tcPr>
                </a:tc>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smtClean="0">
                          <a:ln>
                            <a:noFill/>
                          </a:ln>
                          <a:solidFill>
                            <a:srgbClr val="000000"/>
                          </a:solidFill>
                          <a:effectLst/>
                          <a:latin typeface="+mj-lt"/>
                          <a:ea typeface="맑은 고딕" pitchFamily="50" charset="-127"/>
                          <a:cs typeface="Arial" pitchFamily="34" charset="0"/>
                        </a:rPr>
                        <a:t>Product / Time</a:t>
                      </a:r>
                      <a:endParaRPr kumimoji="1" lang="ko-KR" altLang="en-US" sz="1000" b="1" i="0" u="none" strike="noStrike" cap="none" normalizeH="0" baseline="0" dirty="0" smtClean="0">
                        <a:ln>
                          <a:noFill/>
                        </a:ln>
                        <a:solidFill>
                          <a:schemeClr val="tx1"/>
                        </a:solidFill>
                        <a:effectLst/>
                        <a:latin typeface="+mj-lt"/>
                        <a:ea typeface="맑은 고딕" pitchFamily="50" charset="-127"/>
                        <a:cs typeface="Arial" pitchFamily="34" charset="0"/>
                      </a:endParaRP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mj-lt"/>
                          <a:ea typeface="맑은 고딕" pitchFamily="50" charset="-127"/>
                          <a:cs typeface="Arial" pitchFamily="34" charset="0"/>
                        </a:rPr>
                        <a:t>IP/ 8 Months</a:t>
                      </a:r>
                      <a:endParaRPr kumimoji="1" lang="ko-KR" altLang="en-US" sz="1000" b="0" i="0" u="none" strike="noStrike" cap="none" normalizeH="0" baseline="0" dirty="0" smtClean="0">
                        <a:ln>
                          <a:noFill/>
                        </a:ln>
                        <a:solidFill>
                          <a:schemeClr val="tx1"/>
                        </a:solidFill>
                        <a:effectLst/>
                        <a:latin typeface="+mj-lt"/>
                        <a:ea typeface="맑은 고딕" pitchFamily="50" charset="-127"/>
                        <a:cs typeface="Arial" pitchFamily="34" charset="0"/>
                      </a:endParaRP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noFill/>
                  </a:tcPr>
                </a:tc>
                <a:tc>
                  <a:txBody>
                    <a:bodyPr/>
                    <a:lstStyle/>
                    <a:p>
                      <a:pPr marL="0" marR="0" lvl="0" indent="0" algn="ctr" defTabSz="958850" rtl="0" eaLnBrk="1" fontAlgn="base" latinLnBrk="1" hangingPunct="1">
                        <a:lnSpc>
                          <a:spcPct val="90000"/>
                        </a:lnSpc>
                        <a:spcBef>
                          <a:spcPct val="0"/>
                        </a:spcBef>
                        <a:spcAft>
                          <a:spcPct val="0"/>
                        </a:spcAft>
                        <a:buClrTx/>
                        <a:buSzTx/>
                        <a:buFontTx/>
                        <a:buNone/>
                        <a:tabLst/>
                      </a:pPr>
                      <a:r>
                        <a:rPr kumimoji="1" lang="en-US" altLang="ko-KR" sz="1000" b="1" i="0" u="none" strike="noStrike" cap="none" normalizeH="0" baseline="0" dirty="0" smtClean="0">
                          <a:ln>
                            <a:noFill/>
                          </a:ln>
                          <a:solidFill>
                            <a:srgbClr val="000000"/>
                          </a:solidFill>
                          <a:effectLst/>
                          <a:latin typeface="+mj-lt"/>
                          <a:ea typeface="맑은 고딕" pitchFamily="50" charset="-127"/>
                          <a:cs typeface="Arial" pitchFamily="34" charset="0"/>
                        </a:rPr>
                        <a:t>Counter-partner PL/ Organization</a:t>
                      </a:r>
                      <a:endParaRPr kumimoji="1" lang="ko-KR" altLang="en-US" sz="1000" b="0" i="0" u="none" strike="noStrike" cap="none" normalizeH="0" baseline="0" dirty="0" smtClean="0">
                        <a:ln>
                          <a:noFill/>
                        </a:ln>
                        <a:solidFill>
                          <a:schemeClr val="tx1"/>
                        </a:solidFill>
                        <a:effectLst/>
                        <a:latin typeface="+mj-lt"/>
                        <a:ea typeface="맑은 고딕" pitchFamily="50" charset="-127"/>
                        <a:cs typeface="Arial" pitchFamily="34" charset="0"/>
                      </a:endParaRP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58850" rtl="0" eaLnBrk="1" fontAlgn="base" latinLnBrk="1" hangingPunct="1">
                        <a:lnSpc>
                          <a:spcPct val="100000"/>
                        </a:lnSpc>
                        <a:spcBef>
                          <a:spcPct val="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mj-lt"/>
                          <a:ea typeface="Dotum" pitchFamily="50" charset="-127"/>
                          <a:cs typeface="Arial" charset="0"/>
                        </a:rPr>
                        <a:t>NA</a:t>
                      </a:r>
                      <a:endParaRPr kumimoji="1" lang="ko-KR" altLang="en-US" sz="1000" b="0" i="0" u="none" strike="noStrike" cap="none" normalizeH="0" baseline="0" dirty="0" smtClean="0">
                        <a:ln>
                          <a:noFill/>
                        </a:ln>
                        <a:solidFill>
                          <a:schemeClr val="tx1"/>
                        </a:solidFill>
                        <a:effectLst/>
                        <a:latin typeface="+mj-lt"/>
                        <a:ea typeface="Dotum" pitchFamily="50" charset="-127"/>
                        <a:cs typeface="Arial" charset="0"/>
                      </a:endParaRP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noFill/>
                  </a:tcPr>
                </a:tc>
              </a:tr>
              <a:tr h="261938">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800" b="1" i="0" u="none" strike="noStrike" cap="none" normalizeH="0" baseline="0" dirty="0" smtClean="0">
                          <a:ln>
                            <a:noFill/>
                          </a:ln>
                          <a:solidFill>
                            <a:srgbClr val="000000"/>
                          </a:solidFill>
                          <a:effectLst/>
                          <a:latin typeface="+mj-lt"/>
                          <a:ea typeface="맑은 고딕" pitchFamily="50" charset="-127"/>
                          <a:cs typeface="Arial" pitchFamily="34" charset="0"/>
                        </a:rPr>
                        <a:t>Resource/Fund</a:t>
                      </a: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rgbClr val="000000"/>
                          </a:solidFill>
                          <a:effectLst/>
                          <a:latin typeface="+mj-lt"/>
                          <a:ea typeface="맑은 고딕" pitchFamily="50" charset="-127"/>
                          <a:cs typeface="Arial" pitchFamily="34" charset="0"/>
                        </a:rPr>
                        <a:t>16 engineers / 34,528 dollars </a:t>
                      </a:r>
                      <a:r>
                        <a:rPr kumimoji="1" lang="en-US" altLang="ko-KR" sz="1000" b="0" i="0" u="none" strike="noStrike" cap="none" normalizeH="0" baseline="0" dirty="0" err="1" smtClean="0">
                          <a:ln>
                            <a:noFill/>
                          </a:ln>
                          <a:solidFill>
                            <a:srgbClr val="000000"/>
                          </a:solidFill>
                          <a:effectLst/>
                          <a:latin typeface="+mj-lt"/>
                          <a:ea typeface="맑은 고딕" pitchFamily="50" charset="-127"/>
                          <a:cs typeface="Arial" pitchFamily="34" charset="0"/>
                        </a:rPr>
                        <a:t>p.m</a:t>
                      </a:r>
                      <a:endParaRPr kumimoji="1" lang="en-US" altLang="ko-KR" sz="1000" b="0" i="0" u="none" strike="noStrike" cap="none" normalizeH="0" baseline="0" dirty="0" smtClean="0">
                        <a:ln>
                          <a:noFill/>
                        </a:ln>
                        <a:solidFill>
                          <a:srgbClr val="000000"/>
                        </a:solidFill>
                        <a:effectLst/>
                        <a:latin typeface="+mj-lt"/>
                        <a:ea typeface="맑은 고딕" pitchFamily="50" charset="-127"/>
                        <a:cs typeface="Arial" pitchFamily="34" charset="0"/>
                      </a:endParaRP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noFill/>
                  </a:tcPr>
                </a:tc>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smtClean="0">
                          <a:ln>
                            <a:noFill/>
                          </a:ln>
                          <a:solidFill>
                            <a:srgbClr val="000000"/>
                          </a:solidFill>
                          <a:effectLst/>
                          <a:latin typeface="+mj-lt"/>
                          <a:ea typeface="맑은 고딕" pitchFamily="50" charset="-127"/>
                          <a:cs typeface="Arial" pitchFamily="34" charset="0"/>
                        </a:rPr>
                        <a:t> </a:t>
                      </a:r>
                      <a:r>
                        <a:rPr kumimoji="1" lang="en-US" altLang="ko-KR" sz="1000" b="1" i="0" u="none" strike="noStrike" cap="none" normalizeH="0" baseline="0" dirty="0" smtClean="0">
                          <a:ln>
                            <a:noFill/>
                          </a:ln>
                          <a:solidFill>
                            <a:srgbClr val="000000"/>
                          </a:solidFill>
                          <a:effectLst/>
                          <a:latin typeface="+mj-lt"/>
                          <a:ea typeface="맑은 고딕" pitchFamily="50" charset="-127"/>
                          <a:cs typeface="Arial" pitchFamily="34" charset="0"/>
                        </a:rPr>
                        <a:t>Fund Category</a:t>
                      </a: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mj-lt"/>
                          <a:ea typeface="맑은 고딕" pitchFamily="50" charset="-127"/>
                          <a:cs typeface="Arial" pitchFamily="34" charset="0"/>
                        </a:rPr>
                        <a:t>Internal</a:t>
                      </a: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noFill/>
                  </a:tcPr>
                </a:tc>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smtClean="0">
                          <a:ln>
                            <a:noFill/>
                          </a:ln>
                          <a:solidFill>
                            <a:schemeClr val="tx1"/>
                          </a:solidFill>
                          <a:effectLst/>
                          <a:latin typeface="+mj-lt"/>
                          <a:ea typeface="맑은 고딕" pitchFamily="50" charset="-127"/>
                          <a:cs typeface="Arial" pitchFamily="34" charset="0"/>
                        </a:rPr>
                        <a:t>Period</a:t>
                      </a: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mj-lt"/>
                          <a:ea typeface="맑은 고딕" pitchFamily="50" charset="-127"/>
                          <a:cs typeface="Arial" pitchFamily="34" charset="0"/>
                        </a:rPr>
                        <a:t>July 2017 to Feb 2018</a:t>
                      </a:r>
                    </a:p>
                  </a:txBody>
                  <a:tcPr marL="72000" marR="72000" marT="0" marB="0"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noFill/>
                  </a:tcPr>
                </a:tc>
              </a:tr>
            </a:tbl>
          </a:graphicData>
        </a:graphic>
      </p:graphicFrame>
      <p:graphicFrame>
        <p:nvGraphicFramePr>
          <p:cNvPr id="53" name="Group 161"/>
          <p:cNvGraphicFramePr>
            <a:graphicFrameLocks noGrp="1"/>
          </p:cNvGraphicFramePr>
          <p:nvPr>
            <p:extLst>
              <p:ext uri="{D42A27DB-BD31-4B8C-83A1-F6EECF244321}">
                <p14:modId xmlns:p14="http://schemas.microsoft.com/office/powerpoint/2010/main" val="2349412237"/>
              </p:ext>
            </p:extLst>
          </p:nvPr>
        </p:nvGraphicFramePr>
        <p:xfrm>
          <a:off x="142403" y="5229200"/>
          <a:ext cx="9648949" cy="1556460"/>
        </p:xfrm>
        <a:graphic>
          <a:graphicData uri="http://schemas.openxmlformats.org/drawingml/2006/table">
            <a:tbl>
              <a:tblPr/>
              <a:tblGrid>
                <a:gridCol w="936104"/>
                <a:gridCol w="8712845"/>
              </a:tblGrid>
              <a:tr h="1556460">
                <a:tc>
                  <a:txBody>
                    <a:bodyPr/>
                    <a:lstStyle/>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100" b="1" i="0" u="none" strike="noStrike" cap="none" normalizeH="0" baseline="0" dirty="0" smtClean="0">
                          <a:ln>
                            <a:noFill/>
                          </a:ln>
                          <a:solidFill>
                            <a:srgbClr val="000000"/>
                          </a:solidFill>
                          <a:effectLst/>
                          <a:latin typeface="Arial" pitchFamily="34" charset="0"/>
                          <a:ea typeface="돋움" pitchFamily="50" charset="-127"/>
                        </a:rPr>
                        <a:t>Schedule</a:t>
                      </a:r>
                    </a:p>
                    <a:p>
                      <a:pPr marL="0" marR="0" lvl="0" indent="0" algn="ctr" defTabSz="958850" rtl="0" eaLnBrk="1" fontAlgn="base" latinLnBrk="1" hangingPunct="1">
                        <a:lnSpc>
                          <a:spcPct val="100000"/>
                        </a:lnSpc>
                        <a:spcBef>
                          <a:spcPct val="20000"/>
                        </a:spcBef>
                        <a:spcAft>
                          <a:spcPct val="0"/>
                        </a:spcAft>
                        <a:buClrTx/>
                        <a:buSzTx/>
                        <a:buFontTx/>
                        <a:buNone/>
                        <a:tabLst/>
                      </a:pPr>
                      <a:endParaRPr kumimoji="1" lang="en-US" altLang="ko-KR" sz="1100" b="1" i="0" u="none" strike="noStrike" cap="none" normalizeH="0" baseline="0" dirty="0" smtClean="0">
                        <a:ln>
                          <a:noFill/>
                        </a:ln>
                        <a:solidFill>
                          <a:srgbClr val="000000"/>
                        </a:solidFill>
                        <a:effectLst/>
                        <a:latin typeface="Arial" pitchFamily="34" charset="0"/>
                        <a:ea typeface="돋움" pitchFamily="50" charset="-127"/>
                      </a:endParaRPr>
                    </a:p>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smtClean="0">
                          <a:ln>
                            <a:noFill/>
                          </a:ln>
                          <a:solidFill>
                            <a:srgbClr val="000000"/>
                          </a:solidFill>
                          <a:effectLst/>
                          <a:latin typeface="Arial" pitchFamily="34" charset="0"/>
                          <a:ea typeface="돋움" pitchFamily="50" charset="-127"/>
                        </a:rPr>
                        <a:t>Project</a:t>
                      </a:r>
                    </a:p>
                    <a:p>
                      <a:pPr marL="0" marR="0" lvl="0" indent="0" algn="ctr" defTabSz="958850" rtl="0" eaLnBrk="1" fontAlgn="base" latinLnBrk="1" hangingPunct="1">
                        <a:lnSpc>
                          <a:spcPct val="100000"/>
                        </a:lnSpc>
                        <a:spcBef>
                          <a:spcPct val="20000"/>
                        </a:spcBef>
                        <a:spcAft>
                          <a:spcPct val="0"/>
                        </a:spcAft>
                        <a:buClrTx/>
                        <a:buSzTx/>
                        <a:buFontTx/>
                        <a:buNone/>
                        <a:tabLst/>
                      </a:pPr>
                      <a:endParaRPr kumimoji="1" lang="en-US" altLang="ko-KR" sz="1000" b="1" i="0" u="none" strike="noStrike" cap="none" normalizeH="0" baseline="0" dirty="0" smtClean="0">
                        <a:ln>
                          <a:noFill/>
                        </a:ln>
                        <a:solidFill>
                          <a:srgbClr val="000000"/>
                        </a:solidFill>
                        <a:effectLst/>
                        <a:latin typeface="Arial" pitchFamily="34" charset="0"/>
                        <a:ea typeface="돋움" pitchFamily="50" charset="-127"/>
                      </a:endParaRPr>
                    </a:p>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smtClean="0">
                          <a:ln>
                            <a:noFill/>
                          </a:ln>
                          <a:solidFill>
                            <a:srgbClr val="000000"/>
                          </a:solidFill>
                          <a:effectLst/>
                          <a:latin typeface="Arial" pitchFamily="34" charset="0"/>
                          <a:ea typeface="돋움" pitchFamily="50" charset="-127"/>
                        </a:rPr>
                        <a:t>Deployment</a:t>
                      </a:r>
                    </a:p>
                    <a:p>
                      <a:pPr marL="0" marR="0" lvl="0" indent="0" algn="ctr" defTabSz="95885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smtClean="0">
                          <a:ln>
                            <a:noFill/>
                          </a:ln>
                          <a:solidFill>
                            <a:srgbClr val="000000"/>
                          </a:solidFill>
                          <a:effectLst/>
                          <a:latin typeface="Arial" pitchFamily="34" charset="0"/>
                          <a:ea typeface="돋움" pitchFamily="50" charset="-127"/>
                        </a:rPr>
                        <a:t>(</a:t>
                      </a:r>
                      <a:r>
                        <a:rPr kumimoji="1" lang="en-US" altLang="ko-KR" sz="1000" b="1" i="0" u="none" strike="noStrike" cap="none" normalizeH="0" baseline="0" dirty="0" err="1" smtClean="0">
                          <a:ln>
                            <a:noFill/>
                          </a:ln>
                          <a:solidFill>
                            <a:srgbClr val="000000"/>
                          </a:solidFill>
                          <a:effectLst/>
                          <a:latin typeface="Arial" pitchFamily="34" charset="0"/>
                          <a:ea typeface="돋움" pitchFamily="50" charset="-127"/>
                        </a:rPr>
                        <a:t>Engg</a:t>
                      </a:r>
                      <a:r>
                        <a:rPr kumimoji="1" lang="en-US" altLang="ko-KR" sz="1000" b="1" i="0" u="none" strike="noStrike" cap="none" normalizeH="0" baseline="0" dirty="0" smtClean="0">
                          <a:ln>
                            <a:noFill/>
                          </a:ln>
                          <a:solidFill>
                            <a:srgbClr val="000000"/>
                          </a:solidFill>
                          <a:effectLst/>
                          <a:latin typeface="Arial" pitchFamily="34" charset="0"/>
                          <a:ea typeface="돋움" pitchFamily="50" charset="-127"/>
                        </a:rPr>
                        <a:t> in Numbers) </a:t>
                      </a:r>
                    </a:p>
                  </a:txBody>
                  <a:tcPr marL="94282" marR="94282" marT="49015" marB="49015"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solidFill>
                      <a:srgbClr val="DDDDDD"/>
                    </a:solidFill>
                  </a:tcPr>
                </a:tc>
                <a:tc>
                  <a:txBody>
                    <a:bodyPr/>
                    <a:lstStyle/>
                    <a:p>
                      <a:pPr marL="85725" marR="0" lvl="0" indent="-85725" algn="l" defTabSz="958850" rtl="0" eaLnBrk="1" fontAlgn="base" latinLnBrk="0" hangingPunct="1">
                        <a:lnSpc>
                          <a:spcPct val="120000"/>
                        </a:lnSpc>
                        <a:spcBef>
                          <a:spcPct val="0"/>
                        </a:spcBef>
                        <a:spcAft>
                          <a:spcPct val="0"/>
                        </a:spcAft>
                        <a:buClr>
                          <a:schemeClr val="accent2"/>
                        </a:buClr>
                        <a:buSzTx/>
                        <a:buFontTx/>
                        <a:buNone/>
                        <a:tabLst/>
                      </a:pPr>
                      <a:endParaRPr kumimoji="0" lang="en-US" altLang="ko-KR" sz="1000" b="0" i="0" u="none" strike="noStrike" cap="none" normalizeH="0" baseline="0" dirty="0" smtClean="0">
                        <a:ln>
                          <a:noFill/>
                        </a:ln>
                        <a:solidFill>
                          <a:srgbClr val="000000"/>
                        </a:solidFill>
                        <a:effectLst/>
                        <a:latin typeface="Arial" pitchFamily="34" charset="0"/>
                        <a:ea typeface="돋움" pitchFamily="50" charset="-127"/>
                        <a:sym typeface="Wingdings" pitchFamily="2" charset="2"/>
                      </a:endParaRPr>
                    </a:p>
                  </a:txBody>
                  <a:tcPr marL="18000" marR="18000" marT="17998" marB="17998" anchor="ctr" horzOverflow="overflow">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7F7F7F"/>
                      </a:solidFill>
                      <a:prstDash val="solid"/>
                      <a:round/>
                      <a:headEnd type="none" w="med" len="med"/>
                      <a:tailEnd type="none" w="med" len="med"/>
                    </a:lnT>
                    <a:lnB w="3175" cap="flat" cmpd="sng" algn="ctr">
                      <a:solidFill>
                        <a:srgbClr val="7F7F7F"/>
                      </a:solidFill>
                      <a:prstDash val="solid"/>
                      <a:round/>
                      <a:headEnd type="none" w="med" len="med"/>
                      <a:tailEnd type="none" w="med" len="med"/>
                    </a:lnB>
                    <a:lnTlToBr>
                      <a:noFill/>
                    </a:lnTlToBr>
                    <a:lnBlToTr>
                      <a:noFill/>
                    </a:lnBlToTr>
                    <a:noFill/>
                  </a:tcPr>
                </a:tc>
              </a:tr>
            </a:tbl>
          </a:graphicData>
        </a:graphic>
      </p:graphicFrame>
      <p:sp>
        <p:nvSpPr>
          <p:cNvPr id="46" name="Rectangle 51"/>
          <p:cNvSpPr>
            <a:spLocks noChangeArrowheads="1"/>
          </p:cNvSpPr>
          <p:nvPr/>
        </p:nvSpPr>
        <p:spPr bwMode="auto">
          <a:xfrm>
            <a:off x="5681564" y="5301134"/>
            <a:ext cx="3940135" cy="148265"/>
          </a:xfrm>
          <a:prstGeom prst="rect">
            <a:avLst/>
          </a:prstGeom>
          <a:solidFill>
            <a:srgbClr val="FFFFCC"/>
          </a:solidFill>
          <a:ln w="3175" algn="ctr">
            <a:solidFill>
              <a:schemeClr val="bg2"/>
            </a:solidFill>
            <a:miter lim="800000"/>
            <a:headEnd/>
            <a:tailEnd/>
          </a:ln>
        </p:spPr>
        <p:txBody>
          <a:bodyPr wrap="none" lIns="95791" tIns="47895" rIns="95791" bIns="47895" anchor="ctr"/>
          <a:lstStyle>
            <a:lvl1pPr defTabSz="958850" eaLnBrk="0" hangingPunct="0">
              <a:defRPr kumimoji="1" sz="2000" b="1">
                <a:solidFill>
                  <a:schemeClr val="tx1"/>
                </a:solidFill>
                <a:latin typeface="Arial" pitchFamily="34" charset="0"/>
                <a:ea typeface="돋움" pitchFamily="50" charset="-127"/>
              </a:defRPr>
            </a:lvl1pPr>
            <a:lvl2pPr marL="742950" indent="-285750" defTabSz="958850" eaLnBrk="0" hangingPunct="0">
              <a:defRPr kumimoji="1" sz="2000" b="1">
                <a:solidFill>
                  <a:schemeClr val="tx1"/>
                </a:solidFill>
                <a:latin typeface="Arial" pitchFamily="34" charset="0"/>
                <a:ea typeface="돋움" pitchFamily="50" charset="-127"/>
              </a:defRPr>
            </a:lvl2pPr>
            <a:lvl3pPr marL="1143000" indent="-228600" defTabSz="958850" eaLnBrk="0" hangingPunct="0">
              <a:defRPr kumimoji="1" sz="2000" b="1">
                <a:solidFill>
                  <a:schemeClr val="tx1"/>
                </a:solidFill>
                <a:latin typeface="Arial" pitchFamily="34" charset="0"/>
                <a:ea typeface="돋움" pitchFamily="50" charset="-127"/>
              </a:defRPr>
            </a:lvl3pPr>
            <a:lvl4pPr marL="1600200" indent="-228600" defTabSz="958850" eaLnBrk="0" hangingPunct="0">
              <a:defRPr kumimoji="1" sz="2000" b="1">
                <a:solidFill>
                  <a:schemeClr val="tx1"/>
                </a:solidFill>
                <a:latin typeface="Arial" pitchFamily="34" charset="0"/>
                <a:ea typeface="돋움" pitchFamily="50" charset="-127"/>
              </a:defRPr>
            </a:lvl4pPr>
            <a:lvl5pPr marL="2057400" indent="-228600" defTabSz="958850" eaLnBrk="0" hangingPunct="0">
              <a:defRPr kumimoji="1" sz="2000" b="1">
                <a:solidFill>
                  <a:schemeClr val="tx1"/>
                </a:solidFill>
                <a:latin typeface="Arial" pitchFamily="34" charset="0"/>
                <a:ea typeface="돋움" pitchFamily="50" charset="-127"/>
              </a:defRPr>
            </a:lvl5pPr>
            <a:lvl6pPr marL="2514600" indent="-228600" defTabSz="958850" eaLnBrk="0" fontAlgn="base" hangingPunct="0">
              <a:spcBef>
                <a:spcPct val="0"/>
              </a:spcBef>
              <a:spcAft>
                <a:spcPct val="0"/>
              </a:spcAft>
              <a:defRPr kumimoji="1" sz="2000" b="1">
                <a:solidFill>
                  <a:schemeClr val="tx1"/>
                </a:solidFill>
                <a:latin typeface="Arial" pitchFamily="34" charset="0"/>
                <a:ea typeface="돋움" pitchFamily="50" charset="-127"/>
              </a:defRPr>
            </a:lvl6pPr>
            <a:lvl7pPr marL="2971800" indent="-228600" defTabSz="958850" eaLnBrk="0" fontAlgn="base" hangingPunct="0">
              <a:spcBef>
                <a:spcPct val="0"/>
              </a:spcBef>
              <a:spcAft>
                <a:spcPct val="0"/>
              </a:spcAft>
              <a:defRPr kumimoji="1" sz="2000" b="1">
                <a:solidFill>
                  <a:schemeClr val="tx1"/>
                </a:solidFill>
                <a:latin typeface="Arial" pitchFamily="34" charset="0"/>
                <a:ea typeface="돋움" pitchFamily="50" charset="-127"/>
              </a:defRPr>
            </a:lvl7pPr>
            <a:lvl8pPr marL="3429000" indent="-228600" defTabSz="958850" eaLnBrk="0" fontAlgn="base" hangingPunct="0">
              <a:spcBef>
                <a:spcPct val="0"/>
              </a:spcBef>
              <a:spcAft>
                <a:spcPct val="0"/>
              </a:spcAft>
              <a:defRPr kumimoji="1" sz="2000" b="1">
                <a:solidFill>
                  <a:schemeClr val="tx1"/>
                </a:solidFill>
                <a:latin typeface="Arial" pitchFamily="34" charset="0"/>
                <a:ea typeface="돋움" pitchFamily="50" charset="-127"/>
              </a:defRPr>
            </a:lvl8pPr>
            <a:lvl9pPr marL="3886200" indent="-228600" defTabSz="958850" eaLnBrk="0" fontAlgn="base" hangingPunct="0">
              <a:spcBef>
                <a:spcPct val="0"/>
              </a:spcBef>
              <a:spcAft>
                <a:spcPct val="0"/>
              </a:spcAft>
              <a:defRPr kumimoji="1" sz="2000" b="1">
                <a:solidFill>
                  <a:schemeClr val="tx1"/>
                </a:solidFill>
                <a:latin typeface="Arial" pitchFamily="34" charset="0"/>
                <a:ea typeface="돋움" pitchFamily="50" charset="-127"/>
              </a:defRPr>
            </a:lvl9pPr>
          </a:lstStyle>
          <a:p>
            <a:pPr algn="ctr" eaLnBrk="1" hangingPunct="1"/>
            <a:r>
              <a:rPr lang="en-US" altLang="ko-KR" sz="900" dirty="0" smtClean="0">
                <a:solidFill>
                  <a:srgbClr val="000000"/>
                </a:solidFill>
              </a:rPr>
              <a:t>2018~2019 (Y+1~Y+3)</a:t>
            </a:r>
          </a:p>
        </p:txBody>
      </p:sp>
      <p:sp>
        <p:nvSpPr>
          <p:cNvPr id="66" name="Rectangle 51"/>
          <p:cNvSpPr>
            <a:spLocks noChangeArrowheads="1"/>
          </p:cNvSpPr>
          <p:nvPr/>
        </p:nvSpPr>
        <p:spPr bwMode="auto">
          <a:xfrm>
            <a:off x="1496616" y="5301135"/>
            <a:ext cx="4104455" cy="143510"/>
          </a:xfrm>
          <a:prstGeom prst="rect">
            <a:avLst/>
          </a:prstGeom>
          <a:solidFill>
            <a:srgbClr val="FFFFCC"/>
          </a:solidFill>
          <a:ln w="3175" algn="ctr">
            <a:solidFill>
              <a:schemeClr val="bg2"/>
            </a:solidFill>
            <a:miter lim="800000"/>
            <a:headEnd/>
            <a:tailEnd/>
          </a:ln>
        </p:spPr>
        <p:txBody>
          <a:bodyPr wrap="none" lIns="95791" tIns="47895" rIns="95791" bIns="47895" anchor="ctr"/>
          <a:lstStyle>
            <a:lvl1pPr defTabSz="958850" eaLnBrk="0" hangingPunct="0">
              <a:defRPr kumimoji="1" sz="2000" b="1">
                <a:solidFill>
                  <a:schemeClr val="tx1"/>
                </a:solidFill>
                <a:latin typeface="Arial" pitchFamily="34" charset="0"/>
                <a:ea typeface="돋움" pitchFamily="50" charset="-127"/>
              </a:defRPr>
            </a:lvl1pPr>
            <a:lvl2pPr marL="742950" indent="-285750" defTabSz="958850" eaLnBrk="0" hangingPunct="0">
              <a:defRPr kumimoji="1" sz="2000" b="1">
                <a:solidFill>
                  <a:schemeClr val="tx1"/>
                </a:solidFill>
                <a:latin typeface="Arial" pitchFamily="34" charset="0"/>
                <a:ea typeface="돋움" pitchFamily="50" charset="-127"/>
              </a:defRPr>
            </a:lvl2pPr>
            <a:lvl3pPr marL="1143000" indent="-228600" defTabSz="958850" eaLnBrk="0" hangingPunct="0">
              <a:defRPr kumimoji="1" sz="2000" b="1">
                <a:solidFill>
                  <a:schemeClr val="tx1"/>
                </a:solidFill>
                <a:latin typeface="Arial" pitchFamily="34" charset="0"/>
                <a:ea typeface="돋움" pitchFamily="50" charset="-127"/>
              </a:defRPr>
            </a:lvl3pPr>
            <a:lvl4pPr marL="1600200" indent="-228600" defTabSz="958850" eaLnBrk="0" hangingPunct="0">
              <a:defRPr kumimoji="1" sz="2000" b="1">
                <a:solidFill>
                  <a:schemeClr val="tx1"/>
                </a:solidFill>
                <a:latin typeface="Arial" pitchFamily="34" charset="0"/>
                <a:ea typeface="돋움" pitchFamily="50" charset="-127"/>
              </a:defRPr>
            </a:lvl4pPr>
            <a:lvl5pPr marL="2057400" indent="-228600" defTabSz="958850" eaLnBrk="0" hangingPunct="0">
              <a:defRPr kumimoji="1" sz="2000" b="1">
                <a:solidFill>
                  <a:schemeClr val="tx1"/>
                </a:solidFill>
                <a:latin typeface="Arial" pitchFamily="34" charset="0"/>
                <a:ea typeface="돋움" pitchFamily="50" charset="-127"/>
              </a:defRPr>
            </a:lvl5pPr>
            <a:lvl6pPr marL="2514600" indent="-228600" defTabSz="958850" eaLnBrk="0" fontAlgn="base" hangingPunct="0">
              <a:spcBef>
                <a:spcPct val="0"/>
              </a:spcBef>
              <a:spcAft>
                <a:spcPct val="0"/>
              </a:spcAft>
              <a:defRPr kumimoji="1" sz="2000" b="1">
                <a:solidFill>
                  <a:schemeClr val="tx1"/>
                </a:solidFill>
                <a:latin typeface="Arial" pitchFamily="34" charset="0"/>
                <a:ea typeface="돋움" pitchFamily="50" charset="-127"/>
              </a:defRPr>
            </a:lvl6pPr>
            <a:lvl7pPr marL="2971800" indent="-228600" defTabSz="958850" eaLnBrk="0" fontAlgn="base" hangingPunct="0">
              <a:spcBef>
                <a:spcPct val="0"/>
              </a:spcBef>
              <a:spcAft>
                <a:spcPct val="0"/>
              </a:spcAft>
              <a:defRPr kumimoji="1" sz="2000" b="1">
                <a:solidFill>
                  <a:schemeClr val="tx1"/>
                </a:solidFill>
                <a:latin typeface="Arial" pitchFamily="34" charset="0"/>
                <a:ea typeface="돋움" pitchFamily="50" charset="-127"/>
              </a:defRPr>
            </a:lvl7pPr>
            <a:lvl8pPr marL="3429000" indent="-228600" defTabSz="958850" eaLnBrk="0" fontAlgn="base" hangingPunct="0">
              <a:spcBef>
                <a:spcPct val="0"/>
              </a:spcBef>
              <a:spcAft>
                <a:spcPct val="0"/>
              </a:spcAft>
              <a:defRPr kumimoji="1" sz="2000" b="1">
                <a:solidFill>
                  <a:schemeClr val="tx1"/>
                </a:solidFill>
                <a:latin typeface="Arial" pitchFamily="34" charset="0"/>
                <a:ea typeface="돋움" pitchFamily="50" charset="-127"/>
              </a:defRPr>
            </a:lvl8pPr>
            <a:lvl9pPr marL="3886200" indent="-228600" defTabSz="958850" eaLnBrk="0" fontAlgn="base" hangingPunct="0">
              <a:spcBef>
                <a:spcPct val="0"/>
              </a:spcBef>
              <a:spcAft>
                <a:spcPct val="0"/>
              </a:spcAft>
              <a:defRPr kumimoji="1" sz="2000" b="1">
                <a:solidFill>
                  <a:schemeClr val="tx1"/>
                </a:solidFill>
                <a:latin typeface="Arial" pitchFamily="34" charset="0"/>
                <a:ea typeface="돋움" pitchFamily="50" charset="-127"/>
              </a:defRPr>
            </a:lvl9pPr>
          </a:lstStyle>
          <a:p>
            <a:pPr algn="ctr" eaLnBrk="1" hangingPunct="1"/>
            <a:r>
              <a:rPr lang="en-US" altLang="ko-KR" sz="900" dirty="0" smtClean="0">
                <a:solidFill>
                  <a:srgbClr val="000000"/>
                </a:solidFill>
              </a:rPr>
              <a:t>2017 (Y)</a:t>
            </a:r>
          </a:p>
        </p:txBody>
      </p:sp>
      <p:sp>
        <p:nvSpPr>
          <p:cNvPr id="6" name="TextBox 5"/>
          <p:cNvSpPr txBox="1"/>
          <p:nvPr/>
        </p:nvSpPr>
        <p:spPr>
          <a:xfrm>
            <a:off x="1448229" y="5445224"/>
            <a:ext cx="759295" cy="215444"/>
          </a:xfrm>
          <a:prstGeom prst="rect">
            <a:avLst/>
          </a:prstGeom>
          <a:noFill/>
          <a:ln>
            <a:solidFill>
              <a:schemeClr val="tx1"/>
            </a:solidFill>
          </a:ln>
        </p:spPr>
        <p:txBody>
          <a:bodyPr wrap="square" rtlCol="0">
            <a:spAutoFit/>
          </a:bodyPr>
          <a:lstStyle/>
          <a:p>
            <a:r>
              <a:rPr kumimoji="0" lang="en-GB" sz="800" b="0" dirty="0">
                <a:solidFill>
                  <a:srgbClr val="000000"/>
                </a:solidFill>
              </a:rPr>
              <a:t>July</a:t>
            </a:r>
          </a:p>
        </p:txBody>
      </p:sp>
      <p:sp>
        <p:nvSpPr>
          <p:cNvPr id="8" name="TextBox 7"/>
          <p:cNvSpPr txBox="1"/>
          <p:nvPr/>
        </p:nvSpPr>
        <p:spPr>
          <a:xfrm>
            <a:off x="1448230" y="5667742"/>
            <a:ext cx="759293" cy="215444"/>
          </a:xfrm>
          <a:prstGeom prst="rect">
            <a:avLst/>
          </a:prstGeom>
          <a:noFill/>
          <a:ln>
            <a:solidFill>
              <a:schemeClr val="tx1"/>
            </a:solidFill>
          </a:ln>
        </p:spPr>
        <p:txBody>
          <a:bodyPr wrap="square" rtlCol="0">
            <a:spAutoFit/>
          </a:bodyPr>
          <a:lstStyle/>
          <a:p>
            <a:r>
              <a:rPr kumimoji="0" lang="en-GB" sz="800" b="0" dirty="0" smtClean="0">
                <a:solidFill>
                  <a:srgbClr val="000000"/>
                </a:solidFill>
              </a:rPr>
              <a:t>BSP</a:t>
            </a:r>
            <a:endParaRPr kumimoji="0" lang="en-GB" sz="800" b="0" dirty="0">
              <a:solidFill>
                <a:srgbClr val="000000"/>
              </a:solidFill>
            </a:endParaRPr>
          </a:p>
        </p:txBody>
      </p:sp>
      <p:sp>
        <p:nvSpPr>
          <p:cNvPr id="39" name="TextBox 38"/>
          <p:cNvSpPr txBox="1"/>
          <p:nvPr/>
        </p:nvSpPr>
        <p:spPr>
          <a:xfrm>
            <a:off x="2249489" y="5445224"/>
            <a:ext cx="759295" cy="215444"/>
          </a:xfrm>
          <a:prstGeom prst="rect">
            <a:avLst/>
          </a:prstGeom>
          <a:noFill/>
          <a:ln>
            <a:solidFill>
              <a:schemeClr val="tx1"/>
            </a:solidFill>
          </a:ln>
        </p:spPr>
        <p:txBody>
          <a:bodyPr wrap="square" rtlCol="0">
            <a:spAutoFit/>
          </a:bodyPr>
          <a:lstStyle/>
          <a:p>
            <a:r>
              <a:rPr kumimoji="0" lang="en-GB" sz="800" b="0" dirty="0" smtClean="0">
                <a:solidFill>
                  <a:srgbClr val="000000"/>
                </a:solidFill>
              </a:rPr>
              <a:t>Aug</a:t>
            </a:r>
            <a:endParaRPr kumimoji="0" lang="en-GB" sz="800" b="0" dirty="0">
              <a:solidFill>
                <a:srgbClr val="000000"/>
              </a:solidFill>
            </a:endParaRPr>
          </a:p>
        </p:txBody>
      </p:sp>
      <p:sp>
        <p:nvSpPr>
          <p:cNvPr id="40" name="TextBox 39"/>
          <p:cNvSpPr txBox="1"/>
          <p:nvPr/>
        </p:nvSpPr>
        <p:spPr>
          <a:xfrm>
            <a:off x="2249489" y="5696382"/>
            <a:ext cx="759295" cy="215444"/>
          </a:xfrm>
          <a:prstGeom prst="rect">
            <a:avLst/>
          </a:prstGeom>
          <a:noFill/>
          <a:ln>
            <a:solidFill>
              <a:schemeClr val="tx1"/>
            </a:solidFill>
          </a:ln>
        </p:spPr>
        <p:txBody>
          <a:bodyPr wrap="square" rtlCol="0">
            <a:spAutoFit/>
          </a:bodyPr>
          <a:lstStyle/>
          <a:p>
            <a:r>
              <a:rPr kumimoji="0" lang="en-GB" sz="800" b="0" dirty="0" smtClean="0">
                <a:solidFill>
                  <a:srgbClr val="000000"/>
                </a:solidFill>
              </a:rPr>
              <a:t>BT Audio</a:t>
            </a:r>
            <a:endParaRPr kumimoji="0" lang="en-GB" sz="800" b="0" dirty="0">
              <a:solidFill>
                <a:srgbClr val="000000"/>
              </a:solidFill>
            </a:endParaRPr>
          </a:p>
        </p:txBody>
      </p:sp>
      <p:sp>
        <p:nvSpPr>
          <p:cNvPr id="42" name="TextBox 41"/>
          <p:cNvSpPr txBox="1"/>
          <p:nvPr/>
        </p:nvSpPr>
        <p:spPr>
          <a:xfrm>
            <a:off x="3041577" y="5445224"/>
            <a:ext cx="759295" cy="215444"/>
          </a:xfrm>
          <a:prstGeom prst="rect">
            <a:avLst/>
          </a:prstGeom>
          <a:noFill/>
          <a:ln>
            <a:solidFill>
              <a:schemeClr val="tx1"/>
            </a:solidFill>
          </a:ln>
        </p:spPr>
        <p:txBody>
          <a:bodyPr wrap="square" rtlCol="0">
            <a:spAutoFit/>
          </a:bodyPr>
          <a:lstStyle/>
          <a:p>
            <a:r>
              <a:rPr kumimoji="0" lang="en-GB" sz="800" b="0" dirty="0" smtClean="0">
                <a:solidFill>
                  <a:srgbClr val="000000"/>
                </a:solidFill>
              </a:rPr>
              <a:t>Sept</a:t>
            </a:r>
            <a:endParaRPr kumimoji="0" lang="en-GB" sz="800" b="0" dirty="0">
              <a:solidFill>
                <a:srgbClr val="000000"/>
              </a:solidFill>
            </a:endParaRPr>
          </a:p>
        </p:txBody>
      </p:sp>
      <p:sp>
        <p:nvSpPr>
          <p:cNvPr id="43" name="TextBox 42"/>
          <p:cNvSpPr txBox="1"/>
          <p:nvPr/>
        </p:nvSpPr>
        <p:spPr>
          <a:xfrm>
            <a:off x="3041577" y="5667742"/>
            <a:ext cx="759295" cy="461665"/>
          </a:xfrm>
          <a:prstGeom prst="rect">
            <a:avLst/>
          </a:prstGeom>
          <a:noFill/>
          <a:ln>
            <a:solidFill>
              <a:schemeClr val="tx1"/>
            </a:solidFill>
          </a:ln>
        </p:spPr>
        <p:txBody>
          <a:bodyPr wrap="square" rtlCol="0">
            <a:spAutoFit/>
          </a:bodyPr>
          <a:lstStyle/>
          <a:p>
            <a:r>
              <a:rPr kumimoji="0" lang="en-GB" sz="800" b="0" dirty="0" err="1" smtClean="0">
                <a:solidFill>
                  <a:srgbClr val="000000"/>
                </a:solidFill>
              </a:rPr>
              <a:t>Wifi</a:t>
            </a:r>
            <a:r>
              <a:rPr kumimoji="0" lang="en-GB" sz="800" b="0" dirty="0" smtClean="0">
                <a:solidFill>
                  <a:srgbClr val="000000"/>
                </a:solidFill>
              </a:rPr>
              <a:t> Streaming</a:t>
            </a:r>
          </a:p>
          <a:p>
            <a:r>
              <a:rPr kumimoji="0" lang="en-GB" sz="800" b="0" dirty="0" smtClean="0">
                <a:solidFill>
                  <a:srgbClr val="000000"/>
                </a:solidFill>
              </a:rPr>
              <a:t>Test cases</a:t>
            </a:r>
            <a:endParaRPr kumimoji="0" lang="en-GB" sz="800" b="0" dirty="0">
              <a:solidFill>
                <a:srgbClr val="000000"/>
              </a:solidFill>
            </a:endParaRPr>
          </a:p>
        </p:txBody>
      </p:sp>
      <p:sp>
        <p:nvSpPr>
          <p:cNvPr id="45" name="TextBox 44"/>
          <p:cNvSpPr txBox="1"/>
          <p:nvPr/>
        </p:nvSpPr>
        <p:spPr>
          <a:xfrm>
            <a:off x="3833665" y="5445224"/>
            <a:ext cx="759295" cy="215444"/>
          </a:xfrm>
          <a:prstGeom prst="rect">
            <a:avLst/>
          </a:prstGeom>
          <a:noFill/>
          <a:ln>
            <a:solidFill>
              <a:schemeClr val="tx1"/>
            </a:solidFill>
          </a:ln>
        </p:spPr>
        <p:txBody>
          <a:bodyPr wrap="square" rtlCol="0">
            <a:spAutoFit/>
          </a:bodyPr>
          <a:lstStyle/>
          <a:p>
            <a:r>
              <a:rPr kumimoji="0" lang="en-GB" sz="800" b="0" dirty="0" smtClean="0">
                <a:solidFill>
                  <a:srgbClr val="000000"/>
                </a:solidFill>
              </a:rPr>
              <a:t>Oct</a:t>
            </a:r>
            <a:endParaRPr kumimoji="0" lang="en-GB" sz="800" b="0" dirty="0">
              <a:solidFill>
                <a:srgbClr val="000000"/>
              </a:solidFill>
            </a:endParaRPr>
          </a:p>
        </p:txBody>
      </p:sp>
      <p:sp>
        <p:nvSpPr>
          <p:cNvPr id="62" name="TextBox 61"/>
          <p:cNvSpPr txBox="1"/>
          <p:nvPr/>
        </p:nvSpPr>
        <p:spPr>
          <a:xfrm>
            <a:off x="3833665" y="5682069"/>
            <a:ext cx="759295" cy="584775"/>
          </a:xfrm>
          <a:prstGeom prst="rect">
            <a:avLst/>
          </a:prstGeom>
          <a:noFill/>
          <a:ln>
            <a:solidFill>
              <a:schemeClr val="tx1"/>
            </a:solidFill>
          </a:ln>
        </p:spPr>
        <p:txBody>
          <a:bodyPr wrap="square" rtlCol="0">
            <a:spAutoFit/>
          </a:bodyPr>
          <a:lstStyle/>
          <a:p>
            <a:r>
              <a:rPr kumimoji="0" lang="en-GB" sz="800" b="0" dirty="0" smtClean="0">
                <a:solidFill>
                  <a:srgbClr val="000000"/>
                </a:solidFill>
              </a:rPr>
              <a:t>Camera capture, </a:t>
            </a:r>
            <a:r>
              <a:rPr kumimoji="0" lang="en-GB" sz="800" b="0" dirty="0" err="1" smtClean="0">
                <a:solidFill>
                  <a:srgbClr val="000000"/>
                </a:solidFill>
              </a:rPr>
              <a:t>gstreamer</a:t>
            </a:r>
            <a:endParaRPr kumimoji="0" lang="en-GB" sz="800" b="0" dirty="0" smtClean="0">
              <a:solidFill>
                <a:srgbClr val="000000"/>
              </a:solidFill>
            </a:endParaRPr>
          </a:p>
          <a:p>
            <a:r>
              <a:rPr kumimoji="0" lang="en-GB" sz="800" b="0" dirty="0" smtClean="0">
                <a:solidFill>
                  <a:srgbClr val="000000"/>
                </a:solidFill>
              </a:rPr>
              <a:t>Test Suite </a:t>
            </a:r>
            <a:endParaRPr kumimoji="0" lang="en-GB" sz="800" b="0" dirty="0">
              <a:solidFill>
                <a:srgbClr val="000000"/>
              </a:solidFill>
            </a:endParaRPr>
          </a:p>
        </p:txBody>
      </p:sp>
      <p:sp>
        <p:nvSpPr>
          <p:cNvPr id="67" name="TextBox 66"/>
          <p:cNvSpPr txBox="1"/>
          <p:nvPr/>
        </p:nvSpPr>
        <p:spPr>
          <a:xfrm>
            <a:off x="3833665" y="6272819"/>
            <a:ext cx="759295" cy="584775"/>
          </a:xfrm>
          <a:prstGeom prst="rect">
            <a:avLst/>
          </a:prstGeom>
          <a:noFill/>
          <a:ln>
            <a:solidFill>
              <a:schemeClr val="tx1"/>
            </a:solidFill>
          </a:ln>
        </p:spPr>
        <p:txBody>
          <a:bodyPr wrap="square" rtlCol="0">
            <a:spAutoFit/>
          </a:bodyPr>
          <a:lstStyle/>
          <a:p>
            <a:r>
              <a:rPr kumimoji="0" lang="en-GB" sz="800" b="0" dirty="0" smtClean="0">
                <a:solidFill>
                  <a:srgbClr val="000000"/>
                </a:solidFill>
              </a:rPr>
              <a:t>Kernel-2, gstreamer-3,</a:t>
            </a:r>
          </a:p>
          <a:p>
            <a:r>
              <a:rPr kumimoji="0" lang="en-GB" sz="800" b="0" dirty="0" smtClean="0">
                <a:solidFill>
                  <a:srgbClr val="000000"/>
                </a:solidFill>
              </a:rPr>
              <a:t>MM Test auto-1</a:t>
            </a:r>
            <a:endParaRPr kumimoji="0" lang="en-GB" sz="1000" b="0" dirty="0">
              <a:solidFill>
                <a:srgbClr val="000000"/>
              </a:solidFill>
            </a:endParaRPr>
          </a:p>
        </p:txBody>
      </p:sp>
      <p:sp>
        <p:nvSpPr>
          <p:cNvPr id="68" name="TextBox 67"/>
          <p:cNvSpPr txBox="1"/>
          <p:nvPr/>
        </p:nvSpPr>
        <p:spPr>
          <a:xfrm>
            <a:off x="4673453" y="5456922"/>
            <a:ext cx="918748" cy="215444"/>
          </a:xfrm>
          <a:prstGeom prst="rect">
            <a:avLst/>
          </a:prstGeom>
          <a:noFill/>
          <a:ln>
            <a:solidFill>
              <a:schemeClr val="tx1"/>
            </a:solidFill>
          </a:ln>
        </p:spPr>
        <p:txBody>
          <a:bodyPr wrap="square" rtlCol="0">
            <a:spAutoFit/>
          </a:bodyPr>
          <a:lstStyle/>
          <a:p>
            <a:r>
              <a:rPr kumimoji="0" lang="en-GB" sz="800" b="0" dirty="0" smtClean="0">
                <a:solidFill>
                  <a:srgbClr val="000000"/>
                </a:solidFill>
              </a:rPr>
              <a:t>Dec</a:t>
            </a:r>
            <a:endParaRPr kumimoji="0" lang="en-GB" sz="800" b="0" dirty="0">
              <a:solidFill>
                <a:srgbClr val="000000"/>
              </a:solidFill>
            </a:endParaRPr>
          </a:p>
        </p:txBody>
      </p:sp>
      <p:sp>
        <p:nvSpPr>
          <p:cNvPr id="69" name="TextBox 68"/>
          <p:cNvSpPr txBox="1"/>
          <p:nvPr/>
        </p:nvSpPr>
        <p:spPr>
          <a:xfrm>
            <a:off x="4673453" y="5682069"/>
            <a:ext cx="918748" cy="461665"/>
          </a:xfrm>
          <a:prstGeom prst="rect">
            <a:avLst/>
          </a:prstGeom>
          <a:noFill/>
          <a:ln>
            <a:solidFill>
              <a:schemeClr val="tx1"/>
            </a:solidFill>
          </a:ln>
        </p:spPr>
        <p:txBody>
          <a:bodyPr wrap="square" rtlCol="0">
            <a:spAutoFit/>
          </a:bodyPr>
          <a:lstStyle/>
          <a:p>
            <a:r>
              <a:rPr kumimoji="0" lang="en-GB" sz="800" b="0" dirty="0" smtClean="0">
                <a:solidFill>
                  <a:srgbClr val="000000"/>
                </a:solidFill>
              </a:rPr>
              <a:t>Camera HAL, </a:t>
            </a:r>
            <a:r>
              <a:rPr kumimoji="0" lang="en-GB" sz="800" b="0" dirty="0" err="1" smtClean="0">
                <a:solidFill>
                  <a:srgbClr val="000000"/>
                </a:solidFill>
              </a:rPr>
              <a:t>gstreamer</a:t>
            </a:r>
            <a:r>
              <a:rPr kumimoji="0" lang="en-GB" sz="800" b="0" dirty="0" smtClean="0">
                <a:solidFill>
                  <a:srgbClr val="000000"/>
                </a:solidFill>
              </a:rPr>
              <a:t> plugin, android</a:t>
            </a:r>
            <a:r>
              <a:rPr kumimoji="0" lang="en-GB" sz="800" b="0" dirty="0">
                <a:solidFill>
                  <a:srgbClr val="000000"/>
                </a:solidFill>
              </a:rPr>
              <a:t> </a:t>
            </a:r>
            <a:r>
              <a:rPr kumimoji="0" lang="en-GB" sz="800" b="0" dirty="0" err="1" smtClean="0">
                <a:solidFill>
                  <a:srgbClr val="000000"/>
                </a:solidFill>
              </a:rPr>
              <a:t>integ</a:t>
            </a:r>
            <a:endParaRPr kumimoji="0" lang="en-GB" sz="800" b="0" dirty="0" smtClean="0">
              <a:solidFill>
                <a:srgbClr val="000000"/>
              </a:solidFill>
            </a:endParaRPr>
          </a:p>
        </p:txBody>
      </p:sp>
      <p:sp>
        <p:nvSpPr>
          <p:cNvPr id="70" name="TextBox 69"/>
          <p:cNvSpPr txBox="1"/>
          <p:nvPr/>
        </p:nvSpPr>
        <p:spPr>
          <a:xfrm>
            <a:off x="4682324" y="6309135"/>
            <a:ext cx="918748" cy="461665"/>
          </a:xfrm>
          <a:prstGeom prst="rect">
            <a:avLst/>
          </a:prstGeom>
          <a:noFill/>
          <a:ln>
            <a:solidFill>
              <a:schemeClr val="tx1"/>
            </a:solidFill>
          </a:ln>
        </p:spPr>
        <p:txBody>
          <a:bodyPr wrap="square" rtlCol="0">
            <a:spAutoFit/>
          </a:bodyPr>
          <a:lstStyle/>
          <a:p>
            <a:r>
              <a:rPr kumimoji="0" lang="en-GB" sz="800" b="0" dirty="0" smtClean="0">
                <a:solidFill>
                  <a:srgbClr val="000000"/>
                </a:solidFill>
              </a:rPr>
              <a:t>MM -2, device drivers-2, kernel-2</a:t>
            </a:r>
            <a:endParaRPr kumimoji="0" lang="en-GB" sz="800" b="0" dirty="0">
              <a:solidFill>
                <a:srgbClr val="000000"/>
              </a:solidFill>
            </a:endParaRPr>
          </a:p>
        </p:txBody>
      </p:sp>
      <p:sp>
        <p:nvSpPr>
          <p:cNvPr id="71" name="TextBox 70"/>
          <p:cNvSpPr txBox="1"/>
          <p:nvPr/>
        </p:nvSpPr>
        <p:spPr>
          <a:xfrm>
            <a:off x="3008784" y="6253281"/>
            <a:ext cx="759295" cy="461665"/>
          </a:xfrm>
          <a:prstGeom prst="rect">
            <a:avLst/>
          </a:prstGeom>
          <a:noFill/>
          <a:ln>
            <a:solidFill>
              <a:schemeClr val="tx1"/>
            </a:solidFill>
          </a:ln>
        </p:spPr>
        <p:txBody>
          <a:bodyPr wrap="square" rtlCol="0">
            <a:spAutoFit/>
          </a:bodyPr>
          <a:lstStyle/>
          <a:p>
            <a:r>
              <a:rPr kumimoji="0" lang="en-GB" sz="800" b="0" dirty="0" smtClean="0">
                <a:solidFill>
                  <a:srgbClr val="000000"/>
                </a:solidFill>
              </a:rPr>
              <a:t>Yocto-4, BSP-6, Integration-2</a:t>
            </a:r>
            <a:endParaRPr kumimoji="0" lang="en-GB" sz="800" b="0" dirty="0">
              <a:solidFill>
                <a:srgbClr val="000000"/>
              </a:solidFill>
            </a:endParaRPr>
          </a:p>
        </p:txBody>
      </p:sp>
      <p:sp>
        <p:nvSpPr>
          <p:cNvPr id="72" name="TextBox 71"/>
          <p:cNvSpPr txBox="1"/>
          <p:nvPr/>
        </p:nvSpPr>
        <p:spPr>
          <a:xfrm>
            <a:off x="5681565" y="5445224"/>
            <a:ext cx="918748" cy="215444"/>
          </a:xfrm>
          <a:prstGeom prst="rect">
            <a:avLst/>
          </a:prstGeom>
          <a:noFill/>
          <a:ln>
            <a:solidFill>
              <a:schemeClr val="tx1"/>
            </a:solidFill>
          </a:ln>
        </p:spPr>
        <p:txBody>
          <a:bodyPr wrap="square" rtlCol="0">
            <a:spAutoFit/>
          </a:bodyPr>
          <a:lstStyle/>
          <a:p>
            <a:r>
              <a:rPr kumimoji="0" lang="en-GB" sz="800" b="0" dirty="0" smtClean="0">
                <a:solidFill>
                  <a:srgbClr val="000000"/>
                </a:solidFill>
              </a:rPr>
              <a:t>Jan</a:t>
            </a:r>
            <a:endParaRPr kumimoji="0" lang="en-GB" sz="800" b="0" dirty="0">
              <a:solidFill>
                <a:srgbClr val="000000"/>
              </a:solidFill>
            </a:endParaRPr>
          </a:p>
        </p:txBody>
      </p:sp>
      <p:sp>
        <p:nvSpPr>
          <p:cNvPr id="73" name="TextBox 72"/>
          <p:cNvSpPr txBox="1"/>
          <p:nvPr/>
        </p:nvSpPr>
        <p:spPr>
          <a:xfrm>
            <a:off x="5681565" y="5682069"/>
            <a:ext cx="918748" cy="461665"/>
          </a:xfrm>
          <a:prstGeom prst="rect">
            <a:avLst/>
          </a:prstGeom>
          <a:noFill/>
          <a:ln>
            <a:solidFill>
              <a:schemeClr val="tx1"/>
            </a:solidFill>
          </a:ln>
        </p:spPr>
        <p:txBody>
          <a:bodyPr wrap="square" rtlCol="0">
            <a:spAutoFit/>
          </a:bodyPr>
          <a:lstStyle/>
          <a:p>
            <a:r>
              <a:rPr kumimoji="0" lang="en-GB" sz="800" b="0" dirty="0" smtClean="0">
                <a:solidFill>
                  <a:srgbClr val="000000"/>
                </a:solidFill>
              </a:rPr>
              <a:t>Camera Feature 1A/ 4A</a:t>
            </a:r>
          </a:p>
          <a:p>
            <a:r>
              <a:rPr kumimoji="0" lang="en-GB" sz="800" b="0" dirty="0" smtClean="0">
                <a:solidFill>
                  <a:srgbClr val="000000"/>
                </a:solidFill>
              </a:rPr>
              <a:t>Test cases/Auto</a:t>
            </a:r>
            <a:endParaRPr kumimoji="0" lang="en-GB" sz="800" b="0" dirty="0">
              <a:solidFill>
                <a:srgbClr val="000000"/>
              </a:solidFill>
            </a:endParaRPr>
          </a:p>
        </p:txBody>
      </p:sp>
      <p:sp>
        <p:nvSpPr>
          <p:cNvPr id="74" name="TextBox 73"/>
          <p:cNvSpPr txBox="1"/>
          <p:nvPr/>
        </p:nvSpPr>
        <p:spPr>
          <a:xfrm>
            <a:off x="5693682" y="6314836"/>
            <a:ext cx="918748" cy="338554"/>
          </a:xfrm>
          <a:prstGeom prst="rect">
            <a:avLst/>
          </a:prstGeom>
          <a:noFill/>
          <a:ln>
            <a:solidFill>
              <a:schemeClr val="tx1"/>
            </a:solidFill>
          </a:ln>
        </p:spPr>
        <p:txBody>
          <a:bodyPr wrap="square" rtlCol="0">
            <a:spAutoFit/>
          </a:bodyPr>
          <a:lstStyle/>
          <a:p>
            <a:r>
              <a:rPr kumimoji="0" lang="en-GB" sz="800" b="0" dirty="0" smtClean="0">
                <a:solidFill>
                  <a:srgbClr val="000000"/>
                </a:solidFill>
              </a:rPr>
              <a:t>Camera Driver-2, MM test -3, </a:t>
            </a:r>
            <a:endParaRPr kumimoji="0" lang="en-GB" sz="800" b="0" dirty="0">
              <a:solidFill>
                <a:srgbClr val="000000"/>
              </a:solidFill>
            </a:endParaRPr>
          </a:p>
        </p:txBody>
      </p:sp>
      <p:sp>
        <p:nvSpPr>
          <p:cNvPr id="75" name="TextBox 74"/>
          <p:cNvSpPr txBox="1"/>
          <p:nvPr/>
        </p:nvSpPr>
        <p:spPr>
          <a:xfrm>
            <a:off x="6689677" y="5445224"/>
            <a:ext cx="918748" cy="215444"/>
          </a:xfrm>
          <a:prstGeom prst="rect">
            <a:avLst/>
          </a:prstGeom>
          <a:noFill/>
          <a:ln>
            <a:solidFill>
              <a:schemeClr val="tx1"/>
            </a:solidFill>
          </a:ln>
        </p:spPr>
        <p:txBody>
          <a:bodyPr wrap="square" rtlCol="0">
            <a:spAutoFit/>
          </a:bodyPr>
          <a:lstStyle/>
          <a:p>
            <a:r>
              <a:rPr kumimoji="0" lang="en-GB" sz="800" b="0" dirty="0" smtClean="0">
                <a:solidFill>
                  <a:srgbClr val="000000"/>
                </a:solidFill>
              </a:rPr>
              <a:t>Feb</a:t>
            </a:r>
            <a:endParaRPr kumimoji="0" lang="en-GB" sz="800" b="0" dirty="0">
              <a:solidFill>
                <a:srgbClr val="000000"/>
              </a:solidFill>
            </a:endParaRPr>
          </a:p>
        </p:txBody>
      </p:sp>
      <p:sp>
        <p:nvSpPr>
          <p:cNvPr id="76" name="TextBox 75"/>
          <p:cNvSpPr txBox="1"/>
          <p:nvPr/>
        </p:nvSpPr>
        <p:spPr>
          <a:xfrm>
            <a:off x="6689677" y="5680993"/>
            <a:ext cx="918748" cy="461665"/>
          </a:xfrm>
          <a:prstGeom prst="rect">
            <a:avLst/>
          </a:prstGeom>
          <a:noFill/>
          <a:ln>
            <a:solidFill>
              <a:schemeClr val="tx1"/>
            </a:solidFill>
          </a:ln>
        </p:spPr>
        <p:txBody>
          <a:bodyPr wrap="square" rtlCol="0">
            <a:spAutoFit/>
          </a:bodyPr>
          <a:lstStyle/>
          <a:p>
            <a:r>
              <a:rPr kumimoji="0" lang="en-GB" sz="800" b="0" dirty="0" smtClean="0">
                <a:solidFill>
                  <a:srgbClr val="000000"/>
                </a:solidFill>
              </a:rPr>
              <a:t>Camera Feature 2A/ 4A</a:t>
            </a:r>
          </a:p>
          <a:p>
            <a:r>
              <a:rPr kumimoji="0" lang="en-GB" sz="800" b="0" dirty="0" smtClean="0">
                <a:solidFill>
                  <a:srgbClr val="000000"/>
                </a:solidFill>
              </a:rPr>
              <a:t>Test cases/Auto</a:t>
            </a:r>
            <a:endParaRPr kumimoji="0" lang="en-GB" sz="800" b="0" dirty="0">
              <a:solidFill>
                <a:srgbClr val="000000"/>
              </a:solidFill>
            </a:endParaRPr>
          </a:p>
        </p:txBody>
      </p:sp>
      <p:sp>
        <p:nvSpPr>
          <p:cNvPr id="77" name="TextBox 76"/>
          <p:cNvSpPr txBox="1"/>
          <p:nvPr/>
        </p:nvSpPr>
        <p:spPr>
          <a:xfrm>
            <a:off x="6698548" y="6286253"/>
            <a:ext cx="918748" cy="461665"/>
          </a:xfrm>
          <a:prstGeom prst="rect">
            <a:avLst/>
          </a:prstGeom>
          <a:noFill/>
          <a:ln>
            <a:solidFill>
              <a:schemeClr val="tx1"/>
            </a:solidFill>
          </a:ln>
        </p:spPr>
        <p:txBody>
          <a:bodyPr wrap="square" rtlCol="0">
            <a:spAutoFit/>
          </a:bodyPr>
          <a:lstStyle/>
          <a:p>
            <a:r>
              <a:rPr kumimoji="0" lang="en-GB" sz="800" b="0" dirty="0" smtClean="0">
                <a:solidFill>
                  <a:srgbClr val="000000"/>
                </a:solidFill>
              </a:rPr>
              <a:t>Camera Driver-2, Camera HAL-1,MM test -3, </a:t>
            </a:r>
            <a:endParaRPr kumimoji="0" lang="en-GB" sz="800" b="0" dirty="0">
              <a:solidFill>
                <a:srgbClr val="000000"/>
              </a:solidFill>
            </a:endParaRPr>
          </a:p>
        </p:txBody>
      </p:sp>
      <p:sp>
        <p:nvSpPr>
          <p:cNvPr id="78" name="TextBox 77"/>
          <p:cNvSpPr txBox="1"/>
          <p:nvPr/>
        </p:nvSpPr>
        <p:spPr>
          <a:xfrm>
            <a:off x="7769797" y="5445224"/>
            <a:ext cx="918748" cy="215444"/>
          </a:xfrm>
          <a:prstGeom prst="rect">
            <a:avLst/>
          </a:prstGeom>
          <a:noFill/>
          <a:ln>
            <a:solidFill>
              <a:schemeClr val="tx1"/>
            </a:solidFill>
          </a:ln>
        </p:spPr>
        <p:txBody>
          <a:bodyPr wrap="square" rtlCol="0">
            <a:spAutoFit/>
          </a:bodyPr>
          <a:lstStyle/>
          <a:p>
            <a:r>
              <a:rPr kumimoji="0" lang="en-GB" sz="800" b="0" dirty="0" smtClean="0">
                <a:solidFill>
                  <a:srgbClr val="000000"/>
                </a:solidFill>
              </a:rPr>
              <a:t>Mar</a:t>
            </a:r>
            <a:endParaRPr kumimoji="0" lang="en-GB" sz="800" b="0" dirty="0">
              <a:solidFill>
                <a:srgbClr val="000000"/>
              </a:solidFill>
            </a:endParaRPr>
          </a:p>
        </p:txBody>
      </p:sp>
      <p:sp>
        <p:nvSpPr>
          <p:cNvPr id="79" name="TextBox 78"/>
          <p:cNvSpPr txBox="1"/>
          <p:nvPr/>
        </p:nvSpPr>
        <p:spPr>
          <a:xfrm>
            <a:off x="7778668" y="5676127"/>
            <a:ext cx="918748" cy="461665"/>
          </a:xfrm>
          <a:prstGeom prst="rect">
            <a:avLst/>
          </a:prstGeom>
          <a:noFill/>
          <a:ln>
            <a:solidFill>
              <a:schemeClr val="tx1"/>
            </a:solidFill>
          </a:ln>
        </p:spPr>
        <p:txBody>
          <a:bodyPr wrap="square" rtlCol="0">
            <a:spAutoFit/>
          </a:bodyPr>
          <a:lstStyle/>
          <a:p>
            <a:r>
              <a:rPr kumimoji="0" lang="en-GB" sz="800" b="0" dirty="0" smtClean="0">
                <a:solidFill>
                  <a:srgbClr val="000000"/>
                </a:solidFill>
              </a:rPr>
              <a:t>Camera Feature 3A/ 4A</a:t>
            </a:r>
          </a:p>
          <a:p>
            <a:r>
              <a:rPr kumimoji="0" lang="en-GB" sz="800" b="0" dirty="0" smtClean="0">
                <a:solidFill>
                  <a:srgbClr val="000000"/>
                </a:solidFill>
              </a:rPr>
              <a:t>Test cases/Auto</a:t>
            </a:r>
            <a:endParaRPr kumimoji="0" lang="en-GB" sz="800" b="0" dirty="0">
              <a:solidFill>
                <a:srgbClr val="000000"/>
              </a:solidFill>
            </a:endParaRPr>
          </a:p>
        </p:txBody>
      </p:sp>
      <p:sp>
        <p:nvSpPr>
          <p:cNvPr id="80" name="TextBox 79"/>
          <p:cNvSpPr txBox="1"/>
          <p:nvPr/>
        </p:nvSpPr>
        <p:spPr>
          <a:xfrm>
            <a:off x="7778668" y="6207695"/>
            <a:ext cx="918748" cy="461665"/>
          </a:xfrm>
          <a:prstGeom prst="rect">
            <a:avLst/>
          </a:prstGeom>
          <a:noFill/>
          <a:ln>
            <a:solidFill>
              <a:schemeClr val="tx1"/>
            </a:solidFill>
          </a:ln>
        </p:spPr>
        <p:txBody>
          <a:bodyPr wrap="square" rtlCol="0">
            <a:spAutoFit/>
          </a:bodyPr>
          <a:lstStyle/>
          <a:p>
            <a:r>
              <a:rPr kumimoji="0" lang="en-GB" sz="800" b="0" dirty="0" smtClean="0">
                <a:solidFill>
                  <a:srgbClr val="000000"/>
                </a:solidFill>
              </a:rPr>
              <a:t>Camera Driver-2, Camera HAL-1, MM test -3, </a:t>
            </a:r>
            <a:endParaRPr kumimoji="0" lang="en-GB" sz="800" b="0" dirty="0">
              <a:solidFill>
                <a:srgbClr val="000000"/>
              </a:solidFill>
            </a:endParaRPr>
          </a:p>
        </p:txBody>
      </p:sp>
      <p:sp>
        <p:nvSpPr>
          <p:cNvPr id="31" name="TextBox 30"/>
          <p:cNvSpPr txBox="1"/>
          <p:nvPr/>
        </p:nvSpPr>
        <p:spPr>
          <a:xfrm>
            <a:off x="3806011" y="2970530"/>
            <a:ext cx="1800200" cy="523220"/>
          </a:xfrm>
          <a:prstGeom prst="rect">
            <a:avLst/>
          </a:prstGeom>
          <a:noFill/>
        </p:spPr>
        <p:txBody>
          <a:bodyPr wrap="square" rtlCol="0">
            <a:spAutoFit/>
          </a:bodyPr>
          <a:lstStyle/>
          <a:p>
            <a:r>
              <a:rPr lang="en-US" sz="1400" b="0" dirty="0" smtClean="0"/>
              <a:t>V-Gate Process</a:t>
            </a:r>
          </a:p>
          <a:p>
            <a:endParaRPr lang="en-US" sz="1400" b="0" dirty="0"/>
          </a:p>
        </p:txBody>
      </p:sp>
    </p:spTree>
    <p:extLst>
      <p:ext uri="{BB962C8B-B14F-4D97-AF65-F5344CB8AC3E}">
        <p14:creationId xmlns:p14="http://schemas.microsoft.com/office/powerpoint/2010/main" val="247490627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2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dOA2fhDiKky9EuRaM9E6tQ"/>
</p:tagLst>
</file>

<file path=ppt/theme/theme1.xml><?xml version="1.0" encoding="utf-8"?>
<a:theme xmlns:a="http://schemas.openxmlformats.org/drawingml/2006/main" name="Template">
  <a:themeElements>
    <a:clrScheme name="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emplate">
      <a:majorFont>
        <a:latin typeface="Arial"/>
        <a:ea typeface="돋움"/>
        <a:cs typeface=""/>
      </a:majorFont>
      <a:minorFont>
        <a:latin typeface="Arial"/>
        <a:ea typeface="돋움"/>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28440</TotalTime>
  <Words>479</Words>
  <Application>Microsoft Office PowerPoint</Application>
  <PresentationFormat>A4 Paper (210x297 mm)</PresentationFormat>
  <Paragraphs>93</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돋움</vt:lpstr>
      <vt:lpstr>돋움</vt:lpstr>
      <vt:lpstr>굴림</vt:lpstr>
      <vt:lpstr>맑은 고딕</vt:lpstr>
      <vt:lpstr>Arial</vt:lpstr>
      <vt:lpstr>Arial Narrow</vt:lpstr>
      <vt:lpstr>Wingdings</vt:lpstr>
      <vt:lpstr>Template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admin;Chatur Gadhia</dc:creator>
  <cp:lastModifiedBy>Anand Gudimanchi</cp:lastModifiedBy>
  <cp:revision>2064</cp:revision>
  <cp:lastPrinted>2012-08-08T08:29:13Z</cp:lastPrinted>
  <dcterms:created xsi:type="dcterms:W3CDTF">2008-11-26T05:44:28Z</dcterms:created>
  <dcterms:modified xsi:type="dcterms:W3CDTF">2017-10-10T05:27:13Z</dcterms:modified>
</cp:coreProperties>
</file>